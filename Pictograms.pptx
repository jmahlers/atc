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410" autoAdjust="0"/>
    <p:restoredTop sz="94660"/>
  </p:normalViewPr>
  <p:slideViewPr>
    <p:cSldViewPr snapToGrid="0">
      <p:cViewPr>
        <p:scale>
          <a:sx n="150" d="100"/>
          <a:sy n="150" d="100"/>
        </p:scale>
        <p:origin x="-55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37EC668-0213-4824-9964-B3D77854CB2A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EA0845-51DA-4692-A5D9-DD9B9042D7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2461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EA0845-51DA-4692-A5D9-DD9B9042D71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92546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A997B-4974-5235-2A0C-584BACC778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72FC89-779E-3A38-20D8-8765EDA845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ED7A3A-911D-81E8-9185-1C8E760106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BBFA5C-099D-4031-9C66-7BDFE7A1DF4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678476-D286-42A9-2FE1-52A6273E8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09AA5E-9FD5-BFF1-CBC8-D34AADD17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B3F62B-F881-4339-8B08-33B735711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8954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182866-5D26-BA8B-D420-97467EB82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583444-50A2-5E2E-BBCF-C97A1C368B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8D843E-B373-B104-A227-81D8745298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BBFA5C-099D-4031-9C66-7BDFE7A1DF4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50C5C3-E24B-D4F1-E6AB-AD6AC395FB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368C82-693C-53D7-5D4B-ADFC2B4C4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B3F62B-F881-4339-8B08-33B735711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42304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A401B-73ED-009F-622D-C7678EE23A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9DEDF9-4BA6-ADF7-71B8-3F91421E1D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D0DC60-7E16-1E9C-FBFD-4EC5CA090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BBFA5C-099D-4031-9C66-7BDFE7A1DF4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CB5576-BD62-BED5-B810-D349D9841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340E46-DAAC-FAEF-7EFE-7CB8D914F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B3F62B-F881-4339-8B08-33B735711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04588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0F34C-1DEC-D170-EE04-06BF948F5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180659-6C82-D84A-5FCA-5DABC52FA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4F0B30-C036-0BA5-E945-F0A743D047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B8F30F-93C7-29AA-7856-408A45D2A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BBFA5C-099D-4031-9C66-7BDFE7A1DF4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3770C0-022A-7C97-4D9D-A4349A674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FDAEC5-84C0-3488-BB5F-620B7167E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B3F62B-F881-4339-8B08-33B735711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79692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0BB90-2F53-9F2A-24C5-67FB2F8BAB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971982-A1E9-AF33-9E4A-49D28F8686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8945A9-78EE-3068-FC18-A0CEB0CC61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607A55-699A-C12C-9DE5-B550ED1668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4AEE5C9-3C34-467F-72E5-E233DF6B3D2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0DB130-4981-23D2-3260-62EF83378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BBFA5C-099D-4031-9C66-7BDFE7A1DF4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016F6EF-DA71-9C4A-F03E-8AF57B66DA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4017521-B1ED-775F-69F2-F73F6FB1B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B3F62B-F881-4339-8B08-33B735711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1208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714066-BC64-C799-71FF-FD5AAEE7D2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AE0AD9-F0F2-D08B-054D-5A54787E47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BBFA5C-099D-4031-9C66-7BDFE7A1DF4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438E3C-532A-9C8B-C2CC-9B7A585EA2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EADE51-1E07-6B98-E847-6655B2C0E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B3F62B-F881-4339-8B08-33B735711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2436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1576C27-20DA-59CB-81ED-1E1DE45B25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BBFA5C-099D-4031-9C66-7BDFE7A1DF4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B83848-A3B8-660B-51E4-F352602FD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703018-C15B-8342-1D5E-CF7C00E36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B3F62B-F881-4339-8B08-33B735711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3425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982E9-9727-3D10-87D6-EE14FCFC6E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6B566-BC34-E712-E699-7972908949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38DA2D-ECA4-6125-BCA9-3FD2456379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5A45F5-3760-594E-FAC5-C2FA1D7DA4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BBFA5C-099D-4031-9C66-7BDFE7A1DF4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43E21B-9C88-FD98-488B-6DBAFC8C8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348C72-D6E5-50CA-0AB3-E2E34F556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B3F62B-F881-4339-8B08-33B735711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4141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1B4D-8173-57F5-AA5B-A6353B7A43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F2B4316-F222-118E-5C5F-32E01CD773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92045F-1B81-D6C4-838D-C834094252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7B21C3-A289-F733-6DF2-0F1DD8771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BBFA5C-099D-4031-9C66-7BDFE7A1DF4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38193D-ED31-BFCE-0AB7-80C2DC8CA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D88EFB-A7A5-A3D7-559A-B7AC0438E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B3F62B-F881-4339-8B08-33B735711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9701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4F442-26EE-1F9F-DDDD-574BE5B64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C8E10E-1F21-5F20-46F0-BBAB9A7E4B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3EC1FB-17E7-1952-A4D8-FDD9E54436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BBFA5C-099D-4031-9C66-7BDFE7A1DF4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F674DC-8C81-E481-12DB-0FA9E8E692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66B6CA-F0D7-C32A-1425-47D9057CB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B3F62B-F881-4339-8B08-33B735711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8102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60C8200-516E-C268-8A71-9D1C45FF81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CB34BF-346E-B94C-24DC-03A0AADD1B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8F2478-8FD8-CA86-3ADA-292044E3CD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BBFA5C-099D-4031-9C66-7BDFE7A1DF4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21511C-D0BB-629A-D68D-77782295E1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8773B2-627C-86E3-6E73-F38A22757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B3F62B-F881-4339-8B08-33B735711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00985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909801-32DC-C814-8335-AEDE392C07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7CBEFA-8446-3282-3AA4-95CAF80E3A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302C7D-B74E-64BC-DDD9-E0ED601C2C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BBFA5C-099D-4031-9C66-7BDFE7A1DF4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A61EB3-DB00-646C-E169-12E2981E32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3673DB-EE3A-2778-25EA-4B2C933D1B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B3F62B-F881-4339-8B08-33B735711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85921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8D7E6CD-FD34-D381-774A-1AAACFCE3F34}"/>
              </a:ext>
            </a:extLst>
          </p:cNvPr>
          <p:cNvCxnSpPr>
            <a:cxnSpLocks/>
          </p:cNvCxnSpPr>
          <p:nvPr/>
        </p:nvCxnSpPr>
        <p:spPr>
          <a:xfrm flipV="1">
            <a:off x="0" y="2350336"/>
            <a:ext cx="7385050" cy="233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B82C0B42-07A0-E652-A134-254C71D17EEA}"/>
              </a:ext>
            </a:extLst>
          </p:cNvPr>
          <p:cNvSpPr/>
          <p:nvPr/>
        </p:nvSpPr>
        <p:spPr>
          <a:xfrm>
            <a:off x="1242201" y="1984075"/>
            <a:ext cx="1043796" cy="366265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Init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D6ED91D-D1DC-DAB5-6751-848979B34B9B}"/>
              </a:ext>
            </a:extLst>
          </p:cNvPr>
          <p:cNvSpPr/>
          <p:nvPr/>
        </p:nvSpPr>
        <p:spPr>
          <a:xfrm>
            <a:off x="3709357" y="1984074"/>
            <a:ext cx="854015" cy="3662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(</a:t>
            </a:r>
            <a:r>
              <a:rPr lang="el-GR" b="1" dirty="0"/>
              <a:t>π</a:t>
            </a:r>
            <a:r>
              <a:rPr lang="en-US" b="1" dirty="0"/>
              <a:t>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E46831B-BDDF-8606-8505-677677D93BD9}"/>
              </a:ext>
            </a:extLst>
          </p:cNvPr>
          <p:cNvSpPr/>
          <p:nvPr/>
        </p:nvSpPr>
        <p:spPr>
          <a:xfrm>
            <a:off x="5733688" y="1984074"/>
            <a:ext cx="1098912" cy="366265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Readout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2032BAA6-53EB-E358-D69C-DD9C98B2791D}"/>
              </a:ext>
            </a:extLst>
          </p:cNvPr>
          <p:cNvSpPr/>
          <p:nvPr/>
        </p:nvSpPr>
        <p:spPr>
          <a:xfrm rot="16200000">
            <a:off x="2903965" y="1253968"/>
            <a:ext cx="170174" cy="1285336"/>
          </a:xfrm>
          <a:prstGeom prst="rightBrac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Brace 11">
            <a:extLst>
              <a:ext uri="{FF2B5EF4-FFF2-40B4-BE49-F238E27FC236}">
                <a16:creationId xmlns:a16="http://schemas.microsoft.com/office/drawing/2014/main" id="{DB7F86E7-C91A-EF6F-9A70-C38431A5CC2B}"/>
              </a:ext>
            </a:extLst>
          </p:cNvPr>
          <p:cNvSpPr/>
          <p:nvPr/>
        </p:nvSpPr>
        <p:spPr>
          <a:xfrm rot="16200000">
            <a:off x="5066314" y="1374740"/>
            <a:ext cx="170181" cy="1043796"/>
          </a:xfrm>
          <a:prstGeom prst="rightBrac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01F2911-C7B3-2539-F51C-16F16A542B57}"/>
              </a:ext>
            </a:extLst>
          </p:cNvPr>
          <p:cNvSpPr txBox="1"/>
          <p:nvPr/>
        </p:nvSpPr>
        <p:spPr>
          <a:xfrm>
            <a:off x="2678710" y="1527303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venir Next LT Pro Demi" panose="020B0704020202020204" pitchFamily="34" charset="0"/>
              </a:rPr>
              <a:t>2 us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EB91FD-2A5B-AD60-3BF4-EACB206AF53D}"/>
              </a:ext>
            </a:extLst>
          </p:cNvPr>
          <p:cNvSpPr txBox="1"/>
          <p:nvPr/>
        </p:nvSpPr>
        <p:spPr>
          <a:xfrm>
            <a:off x="4740874" y="1527303"/>
            <a:ext cx="821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venir Next LT Pro Demi" panose="020B0704020202020204" pitchFamily="34" charset="0"/>
              </a:rPr>
              <a:t>1.5 us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C3C7687C-1B07-93DB-6C5E-7A99D11A3A0C}"/>
              </a:ext>
            </a:extLst>
          </p:cNvPr>
          <p:cNvSpPr/>
          <p:nvPr/>
        </p:nvSpPr>
        <p:spPr>
          <a:xfrm>
            <a:off x="38039" y="1527303"/>
            <a:ext cx="1165343" cy="823033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/>
              <a:t>Usual T1 Sequence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FC56C836-A306-BCAA-F2B3-9D3A7D15C9EC}"/>
              </a:ext>
            </a:extLst>
          </p:cNvPr>
          <p:cNvSpPr/>
          <p:nvPr/>
        </p:nvSpPr>
        <p:spPr>
          <a:xfrm rot="5400000">
            <a:off x="3924756" y="-274233"/>
            <a:ext cx="170174" cy="5535283"/>
          </a:xfrm>
          <a:prstGeom prst="rightBrac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4DAA9D9-D7AD-608E-996A-05DF457A0349}"/>
              </a:ext>
            </a:extLst>
          </p:cNvPr>
          <p:cNvSpPr txBox="1"/>
          <p:nvPr/>
        </p:nvSpPr>
        <p:spPr>
          <a:xfrm>
            <a:off x="2761712" y="2536619"/>
            <a:ext cx="24962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venir Next LT Pro Demi" panose="020B0704020202020204" pitchFamily="34" charset="0"/>
              </a:rPr>
              <a:t>‘Reference’ Sequence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157E805-87A6-8203-1230-84510F8B2130}"/>
              </a:ext>
            </a:extLst>
          </p:cNvPr>
          <p:cNvCxnSpPr>
            <a:cxnSpLocks/>
          </p:cNvCxnSpPr>
          <p:nvPr/>
        </p:nvCxnSpPr>
        <p:spPr>
          <a:xfrm flipV="1">
            <a:off x="0" y="4608628"/>
            <a:ext cx="7385050" cy="233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BF5F7ABB-87AF-9E8C-D6AB-14354BFE918F}"/>
              </a:ext>
            </a:extLst>
          </p:cNvPr>
          <p:cNvSpPr/>
          <p:nvPr/>
        </p:nvSpPr>
        <p:spPr>
          <a:xfrm>
            <a:off x="258618" y="4242367"/>
            <a:ext cx="6696363" cy="366265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Weak 532 nm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6133176-54B3-7CF1-D390-C43DC501F992}"/>
              </a:ext>
            </a:extLst>
          </p:cNvPr>
          <p:cNvCxnSpPr>
            <a:cxnSpLocks/>
          </p:cNvCxnSpPr>
          <p:nvPr/>
        </p:nvCxnSpPr>
        <p:spPr>
          <a:xfrm flipV="1">
            <a:off x="0" y="4150249"/>
            <a:ext cx="7385050" cy="233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807191B0-0094-3AC0-4CAC-5E51A974F360}"/>
              </a:ext>
            </a:extLst>
          </p:cNvPr>
          <p:cNvSpPr/>
          <p:nvPr/>
        </p:nvSpPr>
        <p:spPr>
          <a:xfrm>
            <a:off x="258618" y="3764436"/>
            <a:ext cx="6696363" cy="3662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Microwave</a:t>
            </a:r>
          </a:p>
        </p:txBody>
      </p:sp>
    </p:spTree>
    <p:extLst>
      <p:ext uri="{BB962C8B-B14F-4D97-AF65-F5344CB8AC3E}">
        <p14:creationId xmlns:p14="http://schemas.microsoft.com/office/powerpoint/2010/main" val="39436050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Flowchart: Terminator 93">
            <a:extLst>
              <a:ext uri="{FF2B5EF4-FFF2-40B4-BE49-F238E27FC236}">
                <a16:creationId xmlns:a16="http://schemas.microsoft.com/office/drawing/2014/main" id="{6E41F2A5-A4C0-FB92-17A7-164B4D1C349D}"/>
              </a:ext>
            </a:extLst>
          </p:cNvPr>
          <p:cNvSpPr/>
          <p:nvPr/>
        </p:nvSpPr>
        <p:spPr>
          <a:xfrm>
            <a:off x="2502505" y="1489276"/>
            <a:ext cx="6958641" cy="1440414"/>
          </a:xfrm>
          <a:prstGeom prst="flowChartTerminator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lowchart: Terminator 94">
            <a:extLst>
              <a:ext uri="{FF2B5EF4-FFF2-40B4-BE49-F238E27FC236}">
                <a16:creationId xmlns:a16="http://schemas.microsoft.com/office/drawing/2014/main" id="{1B3DFA2E-E6D5-DCDC-F6ED-40B6ECCB53E4}"/>
              </a:ext>
            </a:extLst>
          </p:cNvPr>
          <p:cNvSpPr/>
          <p:nvPr/>
        </p:nvSpPr>
        <p:spPr>
          <a:xfrm>
            <a:off x="2142453" y="1158546"/>
            <a:ext cx="7884543" cy="1753303"/>
          </a:xfrm>
          <a:prstGeom prst="flowChartTerminator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lowchart: Terminator 91">
            <a:extLst>
              <a:ext uri="{FF2B5EF4-FFF2-40B4-BE49-F238E27FC236}">
                <a16:creationId xmlns:a16="http://schemas.microsoft.com/office/drawing/2014/main" id="{3B9B9C0C-36E9-20D3-FB3F-4C6C4DFCC9F0}"/>
              </a:ext>
            </a:extLst>
          </p:cNvPr>
          <p:cNvSpPr/>
          <p:nvPr/>
        </p:nvSpPr>
        <p:spPr>
          <a:xfrm>
            <a:off x="2669000" y="1878528"/>
            <a:ext cx="6633713" cy="1052416"/>
          </a:xfrm>
          <a:prstGeom prst="flowChartTerminator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1" name="Flowchart: Terminator 90">
            <a:extLst>
              <a:ext uri="{FF2B5EF4-FFF2-40B4-BE49-F238E27FC236}">
                <a16:creationId xmlns:a16="http://schemas.microsoft.com/office/drawing/2014/main" id="{A25528B1-D864-3FAC-D0FD-E3179B060142}"/>
              </a:ext>
            </a:extLst>
          </p:cNvPr>
          <p:cNvSpPr/>
          <p:nvPr/>
        </p:nvSpPr>
        <p:spPr>
          <a:xfrm>
            <a:off x="2852797" y="2314162"/>
            <a:ext cx="6254151" cy="611063"/>
          </a:xfrm>
          <a:prstGeom prst="flowChartTerminator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8F750FC-E908-E50C-657D-94062999A2EF}"/>
              </a:ext>
            </a:extLst>
          </p:cNvPr>
          <p:cNvSpPr/>
          <p:nvPr/>
        </p:nvSpPr>
        <p:spPr>
          <a:xfrm>
            <a:off x="1354347" y="2995765"/>
            <a:ext cx="9307900" cy="1982635"/>
          </a:xfrm>
          <a:prstGeom prst="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Flowchart: Terminator 76">
            <a:extLst>
              <a:ext uri="{FF2B5EF4-FFF2-40B4-BE49-F238E27FC236}">
                <a16:creationId xmlns:a16="http://schemas.microsoft.com/office/drawing/2014/main" id="{FF6E7797-54B6-88B2-43BE-CBD258422E95}"/>
              </a:ext>
            </a:extLst>
          </p:cNvPr>
          <p:cNvSpPr/>
          <p:nvPr/>
        </p:nvSpPr>
        <p:spPr>
          <a:xfrm>
            <a:off x="2539043" y="2918612"/>
            <a:ext cx="6958641" cy="1440414"/>
          </a:xfrm>
          <a:prstGeom prst="flowChartTerminator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Flowchart: Terminator 78">
            <a:extLst>
              <a:ext uri="{FF2B5EF4-FFF2-40B4-BE49-F238E27FC236}">
                <a16:creationId xmlns:a16="http://schemas.microsoft.com/office/drawing/2014/main" id="{95EA39CF-618E-0D30-1381-B7861B243E9C}"/>
              </a:ext>
            </a:extLst>
          </p:cNvPr>
          <p:cNvSpPr/>
          <p:nvPr/>
        </p:nvSpPr>
        <p:spPr>
          <a:xfrm>
            <a:off x="2113470" y="2935922"/>
            <a:ext cx="7884543" cy="1753303"/>
          </a:xfrm>
          <a:prstGeom prst="flowChartTerminator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lowchart: Terminator 79">
            <a:extLst>
              <a:ext uri="{FF2B5EF4-FFF2-40B4-BE49-F238E27FC236}">
                <a16:creationId xmlns:a16="http://schemas.microsoft.com/office/drawing/2014/main" id="{E1D3D5DB-003C-E05C-7183-33DEA71EFF6D}"/>
              </a:ext>
            </a:extLst>
          </p:cNvPr>
          <p:cNvSpPr/>
          <p:nvPr/>
        </p:nvSpPr>
        <p:spPr>
          <a:xfrm>
            <a:off x="2700068" y="2915738"/>
            <a:ext cx="6633713" cy="1052416"/>
          </a:xfrm>
          <a:prstGeom prst="flowChartTerminator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1" name="Flowchart: Terminator 80">
            <a:extLst>
              <a:ext uri="{FF2B5EF4-FFF2-40B4-BE49-F238E27FC236}">
                <a16:creationId xmlns:a16="http://schemas.microsoft.com/office/drawing/2014/main" id="{58A84F6F-BA35-BF59-8529-7B6F0D494CF1}"/>
              </a:ext>
            </a:extLst>
          </p:cNvPr>
          <p:cNvSpPr/>
          <p:nvPr/>
        </p:nvSpPr>
        <p:spPr>
          <a:xfrm>
            <a:off x="2898476" y="2929616"/>
            <a:ext cx="6254151" cy="611063"/>
          </a:xfrm>
          <a:prstGeom prst="flowChartTerminator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FD38989-4923-B6CF-50BD-F389F3848738}"/>
              </a:ext>
            </a:extLst>
          </p:cNvPr>
          <p:cNvGrpSpPr/>
          <p:nvPr/>
        </p:nvGrpSpPr>
        <p:grpSpPr>
          <a:xfrm>
            <a:off x="3325573" y="3654736"/>
            <a:ext cx="359568" cy="466725"/>
            <a:chOff x="2652713" y="4174331"/>
            <a:chExt cx="359568" cy="466725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8490B0B2-212F-E973-BBDE-E497689ABF27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106DAB08-2DEA-BDC5-86D8-38E890D4AA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A373A28-C88C-1DE0-E64F-0A46EE2B15F3}"/>
              </a:ext>
            </a:extLst>
          </p:cNvPr>
          <p:cNvGrpSpPr/>
          <p:nvPr/>
        </p:nvGrpSpPr>
        <p:grpSpPr>
          <a:xfrm>
            <a:off x="4323793" y="3680741"/>
            <a:ext cx="359568" cy="466725"/>
            <a:chOff x="2652713" y="4174331"/>
            <a:chExt cx="359568" cy="466725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5A6DB848-240B-8B56-2D2F-5D9ED4726CCE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B99EA98E-89B1-B5E9-DCD4-B0E093FB815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B576F9F-EFB0-23AB-3D62-08FC2D357378}"/>
              </a:ext>
            </a:extLst>
          </p:cNvPr>
          <p:cNvGrpSpPr/>
          <p:nvPr/>
        </p:nvGrpSpPr>
        <p:grpSpPr>
          <a:xfrm>
            <a:off x="5322013" y="3679513"/>
            <a:ext cx="359568" cy="466725"/>
            <a:chOff x="2652713" y="4174331"/>
            <a:chExt cx="359568" cy="466725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8467D0C-7ACD-FE65-4E0B-57630B803C21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C73C8856-B813-C331-9A56-E58E73649A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4F492A7-D98D-D1BE-AF35-93E024C7ED16}"/>
              </a:ext>
            </a:extLst>
          </p:cNvPr>
          <p:cNvGrpSpPr/>
          <p:nvPr/>
        </p:nvGrpSpPr>
        <p:grpSpPr>
          <a:xfrm>
            <a:off x="6320233" y="3712117"/>
            <a:ext cx="359568" cy="466725"/>
            <a:chOff x="2652713" y="4174331"/>
            <a:chExt cx="359568" cy="466725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8615A6CB-72EA-90C1-07D9-3B5BB0B62582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B0B8C660-4057-53E1-FD86-C3CD491CC8D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6006FE1-A4F1-F34B-AEDD-3A3736AEBEDB}"/>
              </a:ext>
            </a:extLst>
          </p:cNvPr>
          <p:cNvGrpSpPr/>
          <p:nvPr/>
        </p:nvGrpSpPr>
        <p:grpSpPr>
          <a:xfrm>
            <a:off x="7318453" y="3708870"/>
            <a:ext cx="359568" cy="466725"/>
            <a:chOff x="2652713" y="4174331"/>
            <a:chExt cx="359568" cy="466725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0102793-A503-2C8C-C495-49705B259E39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ABFED915-AF05-CF0E-0D7E-90898C86C7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C42E745-791E-1390-B75F-E9A9047AD9D4}"/>
              </a:ext>
            </a:extLst>
          </p:cNvPr>
          <p:cNvGrpSpPr/>
          <p:nvPr/>
        </p:nvGrpSpPr>
        <p:grpSpPr>
          <a:xfrm>
            <a:off x="8316673" y="3716490"/>
            <a:ext cx="359568" cy="466725"/>
            <a:chOff x="2652713" y="4174331"/>
            <a:chExt cx="359568" cy="466725"/>
          </a:xfrm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E3FC8DB9-1B27-2B3B-5E2E-4A9F43F4FD3F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82BF8935-D2EF-8008-8FE4-818486BD51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B386E200-CF97-7E36-0DF0-FB8BFB1C9E79}"/>
              </a:ext>
            </a:extLst>
          </p:cNvPr>
          <p:cNvSpPr/>
          <p:nvPr/>
        </p:nvSpPr>
        <p:spPr>
          <a:xfrm>
            <a:off x="4452380" y="2642705"/>
            <a:ext cx="4091940" cy="165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D7D56D9-C11F-76DF-D4FA-A8BC1AFDFE46}"/>
              </a:ext>
            </a:extLst>
          </p:cNvPr>
          <p:cNvSpPr/>
          <p:nvPr/>
        </p:nvSpPr>
        <p:spPr>
          <a:xfrm>
            <a:off x="4453462" y="2483464"/>
            <a:ext cx="4091940" cy="1651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1656B511-046D-A5C4-7BEB-D3C49B89ABD1}"/>
              </a:ext>
            </a:extLst>
          </p:cNvPr>
          <p:cNvCxnSpPr>
            <a:cxnSpLocks/>
          </p:cNvCxnSpPr>
          <p:nvPr/>
        </p:nvCxnSpPr>
        <p:spPr>
          <a:xfrm>
            <a:off x="4507382" y="2727795"/>
            <a:ext cx="569591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9B97F42F-E3AA-E9E8-8001-410D7181C847}"/>
              </a:ext>
            </a:extLst>
          </p:cNvPr>
          <p:cNvCxnSpPr>
            <a:cxnSpLocks/>
          </p:cNvCxnSpPr>
          <p:nvPr/>
        </p:nvCxnSpPr>
        <p:spPr>
          <a:xfrm>
            <a:off x="5172290" y="2727795"/>
            <a:ext cx="569591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3911C329-1D14-ED3B-B2B1-49D53165320E}"/>
              </a:ext>
            </a:extLst>
          </p:cNvPr>
          <p:cNvCxnSpPr>
            <a:cxnSpLocks/>
          </p:cNvCxnSpPr>
          <p:nvPr/>
        </p:nvCxnSpPr>
        <p:spPr>
          <a:xfrm>
            <a:off x="5881905" y="2727795"/>
            <a:ext cx="569591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69D02768-52F2-0B83-A3F8-7B69F35D65EB}"/>
              </a:ext>
            </a:extLst>
          </p:cNvPr>
          <p:cNvCxnSpPr>
            <a:cxnSpLocks/>
          </p:cNvCxnSpPr>
          <p:nvPr/>
        </p:nvCxnSpPr>
        <p:spPr>
          <a:xfrm>
            <a:off x="6583191" y="2727795"/>
            <a:ext cx="569591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EA62B928-58A9-D29E-F21C-9972DC55197D}"/>
              </a:ext>
            </a:extLst>
          </p:cNvPr>
          <p:cNvCxnSpPr>
            <a:cxnSpLocks/>
          </p:cNvCxnSpPr>
          <p:nvPr/>
        </p:nvCxnSpPr>
        <p:spPr>
          <a:xfrm>
            <a:off x="7275586" y="2727795"/>
            <a:ext cx="569591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EE59550B-033C-4999-1D0E-0F7230DA4843}"/>
              </a:ext>
            </a:extLst>
          </p:cNvPr>
          <p:cNvCxnSpPr>
            <a:cxnSpLocks/>
          </p:cNvCxnSpPr>
          <p:nvPr/>
        </p:nvCxnSpPr>
        <p:spPr>
          <a:xfrm>
            <a:off x="7941388" y="2727795"/>
            <a:ext cx="569591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9E765317-816D-8E94-11CC-1D83078E8513}"/>
              </a:ext>
            </a:extLst>
          </p:cNvPr>
          <p:cNvCxnSpPr>
            <a:cxnSpLocks/>
          </p:cNvCxnSpPr>
          <p:nvPr/>
        </p:nvCxnSpPr>
        <p:spPr>
          <a:xfrm flipH="1">
            <a:off x="7901381" y="2570633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C2D1EDE3-6B6F-F949-04CB-9C827AF8B500}"/>
              </a:ext>
            </a:extLst>
          </p:cNvPr>
          <p:cNvCxnSpPr>
            <a:cxnSpLocks/>
          </p:cNvCxnSpPr>
          <p:nvPr/>
        </p:nvCxnSpPr>
        <p:spPr>
          <a:xfrm flipH="1">
            <a:off x="7181360" y="2570633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90631D73-6CBF-97CB-7F68-4EDB7A2E3154}"/>
              </a:ext>
            </a:extLst>
          </p:cNvPr>
          <p:cNvCxnSpPr>
            <a:cxnSpLocks/>
          </p:cNvCxnSpPr>
          <p:nvPr/>
        </p:nvCxnSpPr>
        <p:spPr>
          <a:xfrm flipH="1">
            <a:off x="6535972" y="2566188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D92E1848-979B-0708-4768-69F970FBED28}"/>
              </a:ext>
            </a:extLst>
          </p:cNvPr>
          <p:cNvCxnSpPr>
            <a:cxnSpLocks/>
          </p:cNvCxnSpPr>
          <p:nvPr/>
        </p:nvCxnSpPr>
        <p:spPr>
          <a:xfrm flipH="1">
            <a:off x="5857387" y="2566188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56176445-5995-7869-AD9D-593F28539C76}"/>
              </a:ext>
            </a:extLst>
          </p:cNvPr>
          <p:cNvCxnSpPr>
            <a:cxnSpLocks/>
          </p:cNvCxnSpPr>
          <p:nvPr/>
        </p:nvCxnSpPr>
        <p:spPr>
          <a:xfrm flipH="1">
            <a:off x="5192976" y="2566188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0F024BAC-CF01-FC59-C563-9C6CF8DCFFCB}"/>
              </a:ext>
            </a:extLst>
          </p:cNvPr>
          <p:cNvCxnSpPr>
            <a:cxnSpLocks/>
          </p:cNvCxnSpPr>
          <p:nvPr/>
        </p:nvCxnSpPr>
        <p:spPr>
          <a:xfrm flipH="1">
            <a:off x="4507382" y="2566188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EC5EF49E-E23F-0622-5411-464CA7E4B752}"/>
              </a:ext>
            </a:extLst>
          </p:cNvPr>
          <p:cNvSpPr txBox="1"/>
          <p:nvPr/>
        </p:nvSpPr>
        <p:spPr>
          <a:xfrm>
            <a:off x="3686043" y="2440833"/>
            <a:ext cx="9886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CrSBr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9CF3060-3FA0-7B66-5DB4-6434B2CF1A49}"/>
              </a:ext>
            </a:extLst>
          </p:cNvPr>
          <p:cNvSpPr/>
          <p:nvPr/>
        </p:nvSpPr>
        <p:spPr>
          <a:xfrm>
            <a:off x="3359415" y="2802725"/>
            <a:ext cx="5184905" cy="1930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CB19D42-5671-9361-D154-116F03E03CAA}"/>
              </a:ext>
            </a:extLst>
          </p:cNvPr>
          <p:cNvCxnSpPr>
            <a:cxnSpLocks/>
          </p:cNvCxnSpPr>
          <p:nvPr/>
        </p:nvCxnSpPr>
        <p:spPr>
          <a:xfrm flipH="1">
            <a:off x="3465273" y="2913532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3D54BF63-5ACE-66D6-0B08-D12EB862B5ED}"/>
              </a:ext>
            </a:extLst>
          </p:cNvPr>
          <p:cNvCxnSpPr>
            <a:cxnSpLocks/>
          </p:cNvCxnSpPr>
          <p:nvPr/>
        </p:nvCxnSpPr>
        <p:spPr>
          <a:xfrm flipH="1">
            <a:off x="4206391" y="2913532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82A6BD5B-1D99-839D-E4FF-F114A8FE6322}"/>
              </a:ext>
            </a:extLst>
          </p:cNvPr>
          <p:cNvCxnSpPr>
            <a:cxnSpLocks/>
          </p:cNvCxnSpPr>
          <p:nvPr/>
        </p:nvCxnSpPr>
        <p:spPr>
          <a:xfrm flipH="1">
            <a:off x="4928382" y="2913532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3992E76A-6112-9D07-BD78-AACD105C3878}"/>
              </a:ext>
            </a:extLst>
          </p:cNvPr>
          <p:cNvCxnSpPr>
            <a:cxnSpLocks/>
          </p:cNvCxnSpPr>
          <p:nvPr/>
        </p:nvCxnSpPr>
        <p:spPr>
          <a:xfrm flipH="1">
            <a:off x="5681168" y="2913532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99911867-4896-E3FC-4CB6-8B5707B98826}"/>
              </a:ext>
            </a:extLst>
          </p:cNvPr>
          <p:cNvCxnSpPr>
            <a:cxnSpLocks/>
          </p:cNvCxnSpPr>
          <p:nvPr/>
        </p:nvCxnSpPr>
        <p:spPr>
          <a:xfrm flipH="1">
            <a:off x="6443174" y="2913532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004AF36-20CB-7B0D-B9F5-DD426A2F3C4C}"/>
              </a:ext>
            </a:extLst>
          </p:cNvPr>
          <p:cNvCxnSpPr>
            <a:cxnSpLocks/>
          </p:cNvCxnSpPr>
          <p:nvPr/>
        </p:nvCxnSpPr>
        <p:spPr>
          <a:xfrm flipH="1">
            <a:off x="7181360" y="2913532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B5F64F83-1FBB-E521-A15D-8067071CC193}"/>
              </a:ext>
            </a:extLst>
          </p:cNvPr>
          <p:cNvCxnSpPr>
            <a:cxnSpLocks/>
          </p:cNvCxnSpPr>
          <p:nvPr/>
        </p:nvCxnSpPr>
        <p:spPr>
          <a:xfrm flipH="1">
            <a:off x="7901381" y="2908770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4" name="Group 83">
            <a:extLst>
              <a:ext uri="{FF2B5EF4-FFF2-40B4-BE49-F238E27FC236}">
                <a16:creationId xmlns:a16="http://schemas.microsoft.com/office/drawing/2014/main" id="{07C79C1F-1D17-9BED-3EAB-CED59972D427}"/>
              </a:ext>
            </a:extLst>
          </p:cNvPr>
          <p:cNvGrpSpPr/>
          <p:nvPr/>
        </p:nvGrpSpPr>
        <p:grpSpPr>
          <a:xfrm>
            <a:off x="2356381" y="3654736"/>
            <a:ext cx="359568" cy="466725"/>
            <a:chOff x="2652713" y="4174331"/>
            <a:chExt cx="359568" cy="466725"/>
          </a:xfrm>
        </p:grpSpPr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C11D2601-A29F-BC54-F2CB-25155A9302B2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2025E2BF-C301-D7EE-458D-DD7123C46E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C9DEED68-BAF2-3721-F522-D0E4926031D7}"/>
              </a:ext>
            </a:extLst>
          </p:cNvPr>
          <p:cNvGrpSpPr/>
          <p:nvPr/>
        </p:nvGrpSpPr>
        <p:grpSpPr>
          <a:xfrm>
            <a:off x="9257022" y="3712483"/>
            <a:ext cx="359568" cy="466725"/>
            <a:chOff x="2652713" y="4174331"/>
            <a:chExt cx="359568" cy="466725"/>
          </a:xfrm>
        </p:grpSpPr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7BA31932-8D43-B377-267F-14CA844CFD58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334F117F-B047-9F98-7E14-AFC430110A0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AAEAAA50-B039-AEE7-27F5-CD407195A665}"/>
              </a:ext>
            </a:extLst>
          </p:cNvPr>
          <p:cNvSpPr txBox="1"/>
          <p:nvPr/>
        </p:nvSpPr>
        <p:spPr>
          <a:xfrm>
            <a:off x="1286151" y="4648665"/>
            <a:ext cx="2073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Diamond</a:t>
            </a:r>
          </a:p>
        </p:txBody>
      </p:sp>
    </p:spTree>
    <p:extLst>
      <p:ext uri="{BB962C8B-B14F-4D97-AF65-F5344CB8AC3E}">
        <p14:creationId xmlns:p14="http://schemas.microsoft.com/office/powerpoint/2010/main" val="38457822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0C5BFD-D8D0-BABF-BE0F-1E935A898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4B36C9C-AC37-D971-A983-A991300E3347}"/>
              </a:ext>
            </a:extLst>
          </p:cNvPr>
          <p:cNvSpPr/>
          <p:nvPr/>
        </p:nvSpPr>
        <p:spPr>
          <a:xfrm>
            <a:off x="1196107" y="1995101"/>
            <a:ext cx="9307900" cy="2024449"/>
          </a:xfrm>
          <a:prstGeom prst="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4A58E14-3477-7EAB-E351-490BE45BC682}"/>
              </a:ext>
            </a:extLst>
          </p:cNvPr>
          <p:cNvGrpSpPr/>
          <p:nvPr/>
        </p:nvGrpSpPr>
        <p:grpSpPr>
          <a:xfrm>
            <a:off x="3153045" y="2654072"/>
            <a:ext cx="359568" cy="466725"/>
            <a:chOff x="2652713" y="4174331"/>
            <a:chExt cx="359568" cy="466725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D6952CDA-A400-E057-5B27-D56194324793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C8DAAB96-17EC-165F-597A-9995B080DE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ED8AC10-A447-BC0B-C67F-FC898BA8AC6A}"/>
              </a:ext>
            </a:extLst>
          </p:cNvPr>
          <p:cNvGrpSpPr/>
          <p:nvPr/>
        </p:nvGrpSpPr>
        <p:grpSpPr>
          <a:xfrm>
            <a:off x="4151265" y="2680077"/>
            <a:ext cx="359568" cy="466725"/>
            <a:chOff x="2652713" y="4174331"/>
            <a:chExt cx="359568" cy="466725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F2EAE5B0-7D36-C642-C278-7448DED32AD2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D168FAE1-382F-38A7-4DFC-87B2E3C47B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434AD56-BAC1-AD4D-E072-7CE77327082B}"/>
              </a:ext>
            </a:extLst>
          </p:cNvPr>
          <p:cNvGrpSpPr/>
          <p:nvPr/>
        </p:nvGrpSpPr>
        <p:grpSpPr>
          <a:xfrm>
            <a:off x="5149485" y="2678849"/>
            <a:ext cx="359568" cy="466725"/>
            <a:chOff x="2652713" y="4174331"/>
            <a:chExt cx="359568" cy="466725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325D13AF-25ED-FBDE-97D0-AFA2C3448EF9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D81F12BA-E1F0-0A52-B476-49C7C78D26B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E638B51-D7D0-0458-0546-786407125A90}"/>
              </a:ext>
            </a:extLst>
          </p:cNvPr>
          <p:cNvGrpSpPr/>
          <p:nvPr/>
        </p:nvGrpSpPr>
        <p:grpSpPr>
          <a:xfrm>
            <a:off x="6147705" y="2711453"/>
            <a:ext cx="359568" cy="466725"/>
            <a:chOff x="2652713" y="4174331"/>
            <a:chExt cx="359568" cy="466725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E4F8AC03-B157-AEDD-DD70-2E4B0BB42F79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E9B5F784-5776-1B8E-9085-8E38233037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9BB7CEC-985E-A001-585A-2A1AB5D6E5DC}"/>
              </a:ext>
            </a:extLst>
          </p:cNvPr>
          <p:cNvGrpSpPr/>
          <p:nvPr/>
        </p:nvGrpSpPr>
        <p:grpSpPr>
          <a:xfrm>
            <a:off x="7145925" y="2708206"/>
            <a:ext cx="359568" cy="466725"/>
            <a:chOff x="2652713" y="4174331"/>
            <a:chExt cx="359568" cy="466725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D5F5B83-86CF-6089-1099-91B9C427759F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52ACB380-25B9-00EC-99EE-45B5F58EBC5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CA6D098-DB18-497E-B870-F79D8647F660}"/>
              </a:ext>
            </a:extLst>
          </p:cNvPr>
          <p:cNvGrpSpPr/>
          <p:nvPr/>
        </p:nvGrpSpPr>
        <p:grpSpPr>
          <a:xfrm>
            <a:off x="8144145" y="2715826"/>
            <a:ext cx="359568" cy="466725"/>
            <a:chOff x="2652713" y="4174331"/>
            <a:chExt cx="359568" cy="466725"/>
          </a:xfrm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006CF44E-D41D-21FF-4874-79743F2E4A47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DB1CC8F7-5C6C-9046-CAFC-2D63B80081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5EB2A2DC-B16D-3DCF-F0F5-056DBD6DAC07}"/>
              </a:ext>
            </a:extLst>
          </p:cNvPr>
          <p:cNvSpPr/>
          <p:nvPr/>
        </p:nvSpPr>
        <p:spPr>
          <a:xfrm>
            <a:off x="4279852" y="1642041"/>
            <a:ext cx="4091940" cy="165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F27DB7E-06AF-92FD-4A09-B0AA1D275071}"/>
              </a:ext>
            </a:extLst>
          </p:cNvPr>
          <p:cNvSpPr/>
          <p:nvPr/>
        </p:nvSpPr>
        <p:spPr>
          <a:xfrm>
            <a:off x="4280934" y="1482800"/>
            <a:ext cx="4091940" cy="1651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AE4193F-9C0C-B049-9B3D-C20BFDB69EAE}"/>
              </a:ext>
            </a:extLst>
          </p:cNvPr>
          <p:cNvCxnSpPr>
            <a:cxnSpLocks/>
          </p:cNvCxnSpPr>
          <p:nvPr/>
        </p:nvCxnSpPr>
        <p:spPr>
          <a:xfrm>
            <a:off x="4334854" y="1727131"/>
            <a:ext cx="569591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231AF53C-F02C-5CF1-1DB7-D01EB218045F}"/>
              </a:ext>
            </a:extLst>
          </p:cNvPr>
          <p:cNvCxnSpPr>
            <a:cxnSpLocks/>
          </p:cNvCxnSpPr>
          <p:nvPr/>
        </p:nvCxnSpPr>
        <p:spPr>
          <a:xfrm>
            <a:off x="4999762" y="1727131"/>
            <a:ext cx="569591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9B63F57-6EE6-C9C3-1C55-DDFB520691C0}"/>
              </a:ext>
            </a:extLst>
          </p:cNvPr>
          <p:cNvCxnSpPr>
            <a:cxnSpLocks/>
          </p:cNvCxnSpPr>
          <p:nvPr/>
        </p:nvCxnSpPr>
        <p:spPr>
          <a:xfrm>
            <a:off x="5709377" y="1727131"/>
            <a:ext cx="569591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82EEF71C-70B0-DB38-6AAF-F4E2C6B6AAAA}"/>
              </a:ext>
            </a:extLst>
          </p:cNvPr>
          <p:cNvCxnSpPr>
            <a:cxnSpLocks/>
          </p:cNvCxnSpPr>
          <p:nvPr/>
        </p:nvCxnSpPr>
        <p:spPr>
          <a:xfrm>
            <a:off x="6410663" y="1727131"/>
            <a:ext cx="569591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0BCD2EA6-D86C-474B-7AFC-D2764EDDD0B0}"/>
              </a:ext>
            </a:extLst>
          </p:cNvPr>
          <p:cNvCxnSpPr>
            <a:cxnSpLocks/>
          </p:cNvCxnSpPr>
          <p:nvPr/>
        </p:nvCxnSpPr>
        <p:spPr>
          <a:xfrm>
            <a:off x="7103058" y="1727131"/>
            <a:ext cx="569591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B3F723E-9E6F-1451-0D84-B694D37E26AA}"/>
              </a:ext>
            </a:extLst>
          </p:cNvPr>
          <p:cNvCxnSpPr>
            <a:cxnSpLocks/>
          </p:cNvCxnSpPr>
          <p:nvPr/>
        </p:nvCxnSpPr>
        <p:spPr>
          <a:xfrm>
            <a:off x="7768860" y="1727131"/>
            <a:ext cx="569591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40F29D28-97A2-AF17-AE56-D6316C09940D}"/>
              </a:ext>
            </a:extLst>
          </p:cNvPr>
          <p:cNvCxnSpPr>
            <a:cxnSpLocks/>
          </p:cNvCxnSpPr>
          <p:nvPr/>
        </p:nvCxnSpPr>
        <p:spPr>
          <a:xfrm flipH="1">
            <a:off x="7728853" y="1569969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79A861BD-C6D5-3DB4-70EC-1894CE5D671F}"/>
              </a:ext>
            </a:extLst>
          </p:cNvPr>
          <p:cNvCxnSpPr>
            <a:cxnSpLocks/>
          </p:cNvCxnSpPr>
          <p:nvPr/>
        </p:nvCxnSpPr>
        <p:spPr>
          <a:xfrm flipH="1">
            <a:off x="7008832" y="1569969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7F26128A-01AC-87A6-7CAD-FF4E09DBB4A3}"/>
              </a:ext>
            </a:extLst>
          </p:cNvPr>
          <p:cNvCxnSpPr>
            <a:cxnSpLocks/>
          </p:cNvCxnSpPr>
          <p:nvPr/>
        </p:nvCxnSpPr>
        <p:spPr>
          <a:xfrm flipH="1">
            <a:off x="6363444" y="1565524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524E933F-D55A-61AA-230D-0759143D1E45}"/>
              </a:ext>
            </a:extLst>
          </p:cNvPr>
          <p:cNvCxnSpPr>
            <a:cxnSpLocks/>
          </p:cNvCxnSpPr>
          <p:nvPr/>
        </p:nvCxnSpPr>
        <p:spPr>
          <a:xfrm flipH="1">
            <a:off x="5684859" y="1565524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3C0F103-4C49-257E-8B2F-B2FC8DAAA4DC}"/>
              </a:ext>
            </a:extLst>
          </p:cNvPr>
          <p:cNvCxnSpPr>
            <a:cxnSpLocks/>
          </p:cNvCxnSpPr>
          <p:nvPr/>
        </p:nvCxnSpPr>
        <p:spPr>
          <a:xfrm flipH="1">
            <a:off x="5020448" y="1565524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3BEA6447-CB32-4B84-57C3-8AABE0A1183C}"/>
              </a:ext>
            </a:extLst>
          </p:cNvPr>
          <p:cNvCxnSpPr>
            <a:cxnSpLocks/>
          </p:cNvCxnSpPr>
          <p:nvPr/>
        </p:nvCxnSpPr>
        <p:spPr>
          <a:xfrm flipH="1">
            <a:off x="4334854" y="1565524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5292DDF7-9014-C3E3-9B71-4038C469DC19}"/>
              </a:ext>
            </a:extLst>
          </p:cNvPr>
          <p:cNvSpPr txBox="1"/>
          <p:nvPr/>
        </p:nvSpPr>
        <p:spPr>
          <a:xfrm>
            <a:off x="4187503" y="1173523"/>
            <a:ext cx="9886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CrSBr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D97ACDE-D8B8-C322-5A81-B5F9EA456380}"/>
              </a:ext>
            </a:extLst>
          </p:cNvPr>
          <p:cNvSpPr/>
          <p:nvPr/>
        </p:nvSpPr>
        <p:spPr>
          <a:xfrm>
            <a:off x="3186887" y="1802061"/>
            <a:ext cx="5184905" cy="1930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1D4BA9B-FA44-13EE-DE9B-6876D2E91C36}"/>
              </a:ext>
            </a:extLst>
          </p:cNvPr>
          <p:cNvCxnSpPr>
            <a:cxnSpLocks/>
          </p:cNvCxnSpPr>
          <p:nvPr/>
        </p:nvCxnSpPr>
        <p:spPr>
          <a:xfrm flipH="1">
            <a:off x="3292745" y="1912868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69B0AFFA-4CB3-332C-1EFD-5F12DE9D5B51}"/>
              </a:ext>
            </a:extLst>
          </p:cNvPr>
          <p:cNvCxnSpPr>
            <a:cxnSpLocks/>
          </p:cNvCxnSpPr>
          <p:nvPr/>
        </p:nvCxnSpPr>
        <p:spPr>
          <a:xfrm flipH="1">
            <a:off x="4033863" y="1912868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043BA297-739F-8DBC-7AEC-A42C0950540A}"/>
              </a:ext>
            </a:extLst>
          </p:cNvPr>
          <p:cNvCxnSpPr>
            <a:cxnSpLocks/>
          </p:cNvCxnSpPr>
          <p:nvPr/>
        </p:nvCxnSpPr>
        <p:spPr>
          <a:xfrm flipH="1">
            <a:off x="4755854" y="1912868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D9E48E11-7F0C-87E8-AE6D-720D41454DEA}"/>
              </a:ext>
            </a:extLst>
          </p:cNvPr>
          <p:cNvCxnSpPr>
            <a:cxnSpLocks/>
          </p:cNvCxnSpPr>
          <p:nvPr/>
        </p:nvCxnSpPr>
        <p:spPr>
          <a:xfrm flipH="1">
            <a:off x="5508640" y="1912868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E58DA1C0-6669-1AE9-904C-7B496B256132}"/>
              </a:ext>
            </a:extLst>
          </p:cNvPr>
          <p:cNvCxnSpPr>
            <a:cxnSpLocks/>
          </p:cNvCxnSpPr>
          <p:nvPr/>
        </p:nvCxnSpPr>
        <p:spPr>
          <a:xfrm flipH="1">
            <a:off x="6270646" y="1912868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9D34C610-76FE-C681-5043-A2D9BD155FF5}"/>
              </a:ext>
            </a:extLst>
          </p:cNvPr>
          <p:cNvCxnSpPr>
            <a:cxnSpLocks/>
          </p:cNvCxnSpPr>
          <p:nvPr/>
        </p:nvCxnSpPr>
        <p:spPr>
          <a:xfrm flipH="1">
            <a:off x="7008832" y="1912868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A93964F1-5244-5D43-6AB0-5DAD25DE8716}"/>
              </a:ext>
            </a:extLst>
          </p:cNvPr>
          <p:cNvCxnSpPr>
            <a:cxnSpLocks/>
          </p:cNvCxnSpPr>
          <p:nvPr/>
        </p:nvCxnSpPr>
        <p:spPr>
          <a:xfrm flipH="1">
            <a:off x="7728853" y="1908106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4" name="Group 83">
            <a:extLst>
              <a:ext uri="{FF2B5EF4-FFF2-40B4-BE49-F238E27FC236}">
                <a16:creationId xmlns:a16="http://schemas.microsoft.com/office/drawing/2014/main" id="{80864EB6-39B4-DF14-7775-D54545B43F01}"/>
              </a:ext>
            </a:extLst>
          </p:cNvPr>
          <p:cNvGrpSpPr/>
          <p:nvPr/>
        </p:nvGrpSpPr>
        <p:grpSpPr>
          <a:xfrm>
            <a:off x="2183853" y="2654072"/>
            <a:ext cx="359568" cy="466725"/>
            <a:chOff x="2652713" y="4174331"/>
            <a:chExt cx="359568" cy="466725"/>
          </a:xfrm>
        </p:grpSpPr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D993A8F1-ACFA-ABF5-99F8-5537D74FF415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2B588E0B-457A-BA6B-7E7D-BA7CC47C4AF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DCAB564A-CA60-A014-1432-26E32458C6AD}"/>
              </a:ext>
            </a:extLst>
          </p:cNvPr>
          <p:cNvGrpSpPr/>
          <p:nvPr/>
        </p:nvGrpSpPr>
        <p:grpSpPr>
          <a:xfrm>
            <a:off x="9084494" y="2711819"/>
            <a:ext cx="359568" cy="466725"/>
            <a:chOff x="2652713" y="4174331"/>
            <a:chExt cx="359568" cy="466725"/>
          </a:xfrm>
        </p:grpSpPr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865754B1-684A-FEE6-0540-C0EF2C0963CF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CBE1BE8B-0E1E-6841-45E6-5727CFB4DD0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B4ADFDC0-75AD-E6C4-772D-06886D8B1AA9}"/>
              </a:ext>
            </a:extLst>
          </p:cNvPr>
          <p:cNvSpPr txBox="1"/>
          <p:nvPr/>
        </p:nvSpPr>
        <p:spPr>
          <a:xfrm>
            <a:off x="1157208" y="3729957"/>
            <a:ext cx="1362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Diamond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763D192-8F5B-3338-B917-C8FA0161714B}"/>
              </a:ext>
            </a:extLst>
          </p:cNvPr>
          <p:cNvSpPr/>
          <p:nvPr/>
        </p:nvSpPr>
        <p:spPr>
          <a:xfrm>
            <a:off x="3648075" y="2009775"/>
            <a:ext cx="838200" cy="252432"/>
          </a:xfrm>
          <a:custGeom>
            <a:avLst/>
            <a:gdLst>
              <a:gd name="connsiteX0" fmla="*/ 0 w 838200"/>
              <a:gd name="connsiteY0" fmla="*/ 0 h 252432"/>
              <a:gd name="connsiteX1" fmla="*/ 61913 w 838200"/>
              <a:gd name="connsiteY1" fmla="*/ 233363 h 252432"/>
              <a:gd name="connsiteX2" fmla="*/ 242888 w 838200"/>
              <a:gd name="connsiteY2" fmla="*/ 33338 h 252432"/>
              <a:gd name="connsiteX3" fmla="*/ 381000 w 838200"/>
              <a:gd name="connsiteY3" fmla="*/ 252413 h 252432"/>
              <a:gd name="connsiteX4" fmla="*/ 566738 w 838200"/>
              <a:gd name="connsiteY4" fmla="*/ 19050 h 252432"/>
              <a:gd name="connsiteX5" fmla="*/ 704850 w 838200"/>
              <a:gd name="connsiteY5" fmla="*/ 252413 h 252432"/>
              <a:gd name="connsiteX6" fmla="*/ 838200 w 838200"/>
              <a:gd name="connsiteY6" fmla="*/ 23813 h 252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38200" h="252432">
                <a:moveTo>
                  <a:pt x="0" y="0"/>
                </a:moveTo>
                <a:cubicBezTo>
                  <a:pt x="10716" y="113903"/>
                  <a:pt x="21432" y="227807"/>
                  <a:pt x="61913" y="233363"/>
                </a:cubicBezTo>
                <a:cubicBezTo>
                  <a:pt x="102394" y="238919"/>
                  <a:pt x="189707" y="30163"/>
                  <a:pt x="242888" y="33338"/>
                </a:cubicBezTo>
                <a:cubicBezTo>
                  <a:pt x="296069" y="36513"/>
                  <a:pt x="327025" y="254794"/>
                  <a:pt x="381000" y="252413"/>
                </a:cubicBezTo>
                <a:cubicBezTo>
                  <a:pt x="434975" y="250032"/>
                  <a:pt x="512763" y="19050"/>
                  <a:pt x="566738" y="19050"/>
                </a:cubicBezTo>
                <a:cubicBezTo>
                  <a:pt x="620713" y="19050"/>
                  <a:pt x="659606" y="251619"/>
                  <a:pt x="704850" y="252413"/>
                </a:cubicBezTo>
                <a:cubicBezTo>
                  <a:pt x="750094" y="253207"/>
                  <a:pt x="812006" y="45244"/>
                  <a:pt x="838200" y="23813"/>
                </a:cubicBez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1F6E493C-5F73-9683-8469-B526982B2893}"/>
              </a:ext>
            </a:extLst>
          </p:cNvPr>
          <p:cNvSpPr/>
          <p:nvPr/>
        </p:nvSpPr>
        <p:spPr>
          <a:xfrm>
            <a:off x="3486151" y="2295525"/>
            <a:ext cx="1023938" cy="304802"/>
          </a:xfrm>
          <a:custGeom>
            <a:avLst/>
            <a:gdLst>
              <a:gd name="connsiteX0" fmla="*/ 0 w 995363"/>
              <a:gd name="connsiteY0" fmla="*/ 0 h 328615"/>
              <a:gd name="connsiteX1" fmla="*/ 195263 w 995363"/>
              <a:gd name="connsiteY1" fmla="*/ 247650 h 328615"/>
              <a:gd name="connsiteX2" fmla="*/ 442913 w 995363"/>
              <a:gd name="connsiteY2" fmla="*/ 85725 h 328615"/>
              <a:gd name="connsiteX3" fmla="*/ 728663 w 995363"/>
              <a:gd name="connsiteY3" fmla="*/ 328613 h 328615"/>
              <a:gd name="connsiteX4" fmla="*/ 995363 w 995363"/>
              <a:gd name="connsiteY4" fmla="*/ 90488 h 328615"/>
              <a:gd name="connsiteX0" fmla="*/ 0 w 995363"/>
              <a:gd name="connsiteY0" fmla="*/ 0 h 304802"/>
              <a:gd name="connsiteX1" fmla="*/ 195263 w 995363"/>
              <a:gd name="connsiteY1" fmla="*/ 247650 h 304802"/>
              <a:gd name="connsiteX2" fmla="*/ 442913 w 995363"/>
              <a:gd name="connsiteY2" fmla="*/ 85725 h 304802"/>
              <a:gd name="connsiteX3" fmla="*/ 771526 w 995363"/>
              <a:gd name="connsiteY3" fmla="*/ 304800 h 304802"/>
              <a:gd name="connsiteX4" fmla="*/ 995363 w 995363"/>
              <a:gd name="connsiteY4" fmla="*/ 90488 h 304802"/>
              <a:gd name="connsiteX0" fmla="*/ 0 w 1085850"/>
              <a:gd name="connsiteY0" fmla="*/ 0 h 304802"/>
              <a:gd name="connsiteX1" fmla="*/ 195263 w 1085850"/>
              <a:gd name="connsiteY1" fmla="*/ 247650 h 304802"/>
              <a:gd name="connsiteX2" fmla="*/ 442913 w 1085850"/>
              <a:gd name="connsiteY2" fmla="*/ 85725 h 304802"/>
              <a:gd name="connsiteX3" fmla="*/ 771526 w 1085850"/>
              <a:gd name="connsiteY3" fmla="*/ 304800 h 304802"/>
              <a:gd name="connsiteX4" fmla="*/ 1085850 w 1085850"/>
              <a:gd name="connsiteY4" fmla="*/ 80963 h 304802"/>
              <a:gd name="connsiteX0" fmla="*/ 0 w 1085850"/>
              <a:gd name="connsiteY0" fmla="*/ 0 h 304802"/>
              <a:gd name="connsiteX1" fmla="*/ 195263 w 1085850"/>
              <a:gd name="connsiteY1" fmla="*/ 247650 h 304802"/>
              <a:gd name="connsiteX2" fmla="*/ 552451 w 1085850"/>
              <a:gd name="connsiteY2" fmla="*/ 57150 h 304802"/>
              <a:gd name="connsiteX3" fmla="*/ 771526 w 1085850"/>
              <a:gd name="connsiteY3" fmla="*/ 304800 h 304802"/>
              <a:gd name="connsiteX4" fmla="*/ 1085850 w 1085850"/>
              <a:gd name="connsiteY4" fmla="*/ 80963 h 304802"/>
              <a:gd name="connsiteX0" fmla="*/ 0 w 1085850"/>
              <a:gd name="connsiteY0" fmla="*/ 0 h 304802"/>
              <a:gd name="connsiteX1" fmla="*/ 219076 w 1085850"/>
              <a:gd name="connsiteY1" fmla="*/ 285750 h 304802"/>
              <a:gd name="connsiteX2" fmla="*/ 552451 w 1085850"/>
              <a:gd name="connsiteY2" fmla="*/ 57150 h 304802"/>
              <a:gd name="connsiteX3" fmla="*/ 771526 w 1085850"/>
              <a:gd name="connsiteY3" fmla="*/ 304800 h 304802"/>
              <a:gd name="connsiteX4" fmla="*/ 1085850 w 1085850"/>
              <a:gd name="connsiteY4" fmla="*/ 80963 h 304802"/>
              <a:gd name="connsiteX0" fmla="*/ 0 w 1023938"/>
              <a:gd name="connsiteY0" fmla="*/ 0 h 304802"/>
              <a:gd name="connsiteX1" fmla="*/ 219076 w 1023938"/>
              <a:gd name="connsiteY1" fmla="*/ 285750 h 304802"/>
              <a:gd name="connsiteX2" fmla="*/ 552451 w 1023938"/>
              <a:gd name="connsiteY2" fmla="*/ 57150 h 304802"/>
              <a:gd name="connsiteX3" fmla="*/ 771526 w 1023938"/>
              <a:gd name="connsiteY3" fmla="*/ 304800 h 304802"/>
              <a:gd name="connsiteX4" fmla="*/ 1023938 w 1023938"/>
              <a:gd name="connsiteY4" fmla="*/ 57151 h 3048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3938" h="304802">
                <a:moveTo>
                  <a:pt x="0" y="0"/>
                </a:moveTo>
                <a:cubicBezTo>
                  <a:pt x="60722" y="116681"/>
                  <a:pt x="127001" y="276225"/>
                  <a:pt x="219076" y="285750"/>
                </a:cubicBezTo>
                <a:cubicBezTo>
                  <a:pt x="311151" y="295275"/>
                  <a:pt x="460376" y="53975"/>
                  <a:pt x="552451" y="57150"/>
                </a:cubicBezTo>
                <a:cubicBezTo>
                  <a:pt x="644526" y="60325"/>
                  <a:pt x="679451" y="304006"/>
                  <a:pt x="771526" y="304800"/>
                </a:cubicBezTo>
                <a:cubicBezTo>
                  <a:pt x="863601" y="305594"/>
                  <a:pt x="970757" y="69851"/>
                  <a:pt x="1023938" y="57151"/>
                </a:cubicBez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BCD485B0-D47D-D292-7915-6303170E9B5B}"/>
              </a:ext>
            </a:extLst>
          </p:cNvPr>
          <p:cNvSpPr/>
          <p:nvPr/>
        </p:nvSpPr>
        <p:spPr>
          <a:xfrm>
            <a:off x="3130307" y="2542554"/>
            <a:ext cx="1728787" cy="395769"/>
          </a:xfrm>
          <a:custGeom>
            <a:avLst/>
            <a:gdLst>
              <a:gd name="connsiteX0" fmla="*/ 0 w 1728787"/>
              <a:gd name="connsiteY0" fmla="*/ 0 h 395769"/>
              <a:gd name="connsiteX1" fmla="*/ 347662 w 1728787"/>
              <a:gd name="connsiteY1" fmla="*/ 371475 h 395769"/>
              <a:gd name="connsiteX2" fmla="*/ 985837 w 1728787"/>
              <a:gd name="connsiteY2" fmla="*/ 190500 h 395769"/>
              <a:gd name="connsiteX3" fmla="*/ 1385887 w 1728787"/>
              <a:gd name="connsiteY3" fmla="*/ 395288 h 395769"/>
              <a:gd name="connsiteX4" fmla="*/ 1728787 w 1728787"/>
              <a:gd name="connsiteY4" fmla="*/ 119063 h 3957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28787" h="395769">
                <a:moveTo>
                  <a:pt x="0" y="0"/>
                </a:moveTo>
                <a:cubicBezTo>
                  <a:pt x="91678" y="169862"/>
                  <a:pt x="183356" y="339725"/>
                  <a:pt x="347662" y="371475"/>
                </a:cubicBezTo>
                <a:cubicBezTo>
                  <a:pt x="511968" y="403225"/>
                  <a:pt x="812800" y="186531"/>
                  <a:pt x="985837" y="190500"/>
                </a:cubicBezTo>
                <a:cubicBezTo>
                  <a:pt x="1158874" y="194469"/>
                  <a:pt x="1262062" y="407194"/>
                  <a:pt x="1385887" y="395288"/>
                </a:cubicBezTo>
                <a:cubicBezTo>
                  <a:pt x="1509712" y="383382"/>
                  <a:pt x="1677193" y="133350"/>
                  <a:pt x="1728787" y="119063"/>
                </a:cubicBez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AECE6EB1-1B15-8E98-0849-C9A39B52F8F0}"/>
              </a:ext>
            </a:extLst>
          </p:cNvPr>
          <p:cNvSpPr/>
          <p:nvPr/>
        </p:nvSpPr>
        <p:spPr>
          <a:xfrm>
            <a:off x="2483199" y="3139762"/>
            <a:ext cx="3181350" cy="388756"/>
          </a:xfrm>
          <a:custGeom>
            <a:avLst/>
            <a:gdLst>
              <a:gd name="connsiteX0" fmla="*/ 0 w 2895600"/>
              <a:gd name="connsiteY0" fmla="*/ 0 h 693806"/>
              <a:gd name="connsiteX1" fmla="*/ 619125 w 2895600"/>
              <a:gd name="connsiteY1" fmla="*/ 609600 h 693806"/>
              <a:gd name="connsiteX2" fmla="*/ 1690688 w 2895600"/>
              <a:gd name="connsiteY2" fmla="*/ 352425 h 693806"/>
              <a:gd name="connsiteX3" fmla="*/ 2309813 w 2895600"/>
              <a:gd name="connsiteY3" fmla="*/ 690562 h 693806"/>
              <a:gd name="connsiteX4" fmla="*/ 2895600 w 2895600"/>
              <a:gd name="connsiteY4" fmla="*/ 104775 h 693806"/>
              <a:gd name="connsiteX0" fmla="*/ 0 w 2895600"/>
              <a:gd name="connsiteY0" fmla="*/ 0 h 692943"/>
              <a:gd name="connsiteX1" fmla="*/ 619125 w 2895600"/>
              <a:gd name="connsiteY1" fmla="*/ 609600 h 692943"/>
              <a:gd name="connsiteX2" fmla="*/ 1604963 w 2895600"/>
              <a:gd name="connsiteY2" fmla="*/ 209550 h 692943"/>
              <a:gd name="connsiteX3" fmla="*/ 2309813 w 2895600"/>
              <a:gd name="connsiteY3" fmla="*/ 690562 h 692943"/>
              <a:gd name="connsiteX4" fmla="*/ 2895600 w 2895600"/>
              <a:gd name="connsiteY4" fmla="*/ 104775 h 692943"/>
              <a:gd name="connsiteX0" fmla="*/ 0 w 2895600"/>
              <a:gd name="connsiteY0" fmla="*/ 114300 h 588168"/>
              <a:gd name="connsiteX1" fmla="*/ 619125 w 2895600"/>
              <a:gd name="connsiteY1" fmla="*/ 504825 h 588168"/>
              <a:gd name="connsiteX2" fmla="*/ 1604963 w 2895600"/>
              <a:gd name="connsiteY2" fmla="*/ 104775 h 588168"/>
              <a:gd name="connsiteX3" fmla="*/ 2309813 w 2895600"/>
              <a:gd name="connsiteY3" fmla="*/ 585787 h 588168"/>
              <a:gd name="connsiteX4" fmla="*/ 2895600 w 2895600"/>
              <a:gd name="connsiteY4" fmla="*/ 0 h 588168"/>
              <a:gd name="connsiteX0" fmla="*/ 0 w 2895600"/>
              <a:gd name="connsiteY0" fmla="*/ 114300 h 588280"/>
              <a:gd name="connsiteX1" fmla="*/ 671513 w 2895600"/>
              <a:gd name="connsiteY1" fmla="*/ 357187 h 588280"/>
              <a:gd name="connsiteX2" fmla="*/ 1604963 w 2895600"/>
              <a:gd name="connsiteY2" fmla="*/ 104775 h 588280"/>
              <a:gd name="connsiteX3" fmla="*/ 2309813 w 2895600"/>
              <a:gd name="connsiteY3" fmla="*/ 585787 h 588280"/>
              <a:gd name="connsiteX4" fmla="*/ 2895600 w 2895600"/>
              <a:gd name="connsiteY4" fmla="*/ 0 h 588280"/>
              <a:gd name="connsiteX0" fmla="*/ 0 w 2895600"/>
              <a:gd name="connsiteY0" fmla="*/ 114300 h 502960"/>
              <a:gd name="connsiteX1" fmla="*/ 671513 w 2895600"/>
              <a:gd name="connsiteY1" fmla="*/ 357187 h 502960"/>
              <a:gd name="connsiteX2" fmla="*/ 1604963 w 2895600"/>
              <a:gd name="connsiteY2" fmla="*/ 104775 h 502960"/>
              <a:gd name="connsiteX3" fmla="*/ 2324101 w 2895600"/>
              <a:gd name="connsiteY3" fmla="*/ 500062 h 502960"/>
              <a:gd name="connsiteX4" fmla="*/ 2895600 w 2895600"/>
              <a:gd name="connsiteY4" fmla="*/ 0 h 502960"/>
              <a:gd name="connsiteX0" fmla="*/ 0 w 3181350"/>
              <a:gd name="connsiteY0" fmla="*/ 10989 h 399649"/>
              <a:gd name="connsiteX1" fmla="*/ 671513 w 3181350"/>
              <a:gd name="connsiteY1" fmla="*/ 253876 h 399649"/>
              <a:gd name="connsiteX2" fmla="*/ 1604963 w 3181350"/>
              <a:gd name="connsiteY2" fmla="*/ 1464 h 399649"/>
              <a:gd name="connsiteX3" fmla="*/ 2324101 w 3181350"/>
              <a:gd name="connsiteY3" fmla="*/ 396751 h 399649"/>
              <a:gd name="connsiteX4" fmla="*/ 3181350 w 3181350"/>
              <a:gd name="connsiteY4" fmla="*/ 72901 h 399649"/>
              <a:gd name="connsiteX0" fmla="*/ 0 w 3181350"/>
              <a:gd name="connsiteY0" fmla="*/ 9657 h 398218"/>
              <a:gd name="connsiteX1" fmla="*/ 695325 w 3181350"/>
              <a:gd name="connsiteY1" fmla="*/ 347794 h 398218"/>
              <a:gd name="connsiteX2" fmla="*/ 1604963 w 3181350"/>
              <a:gd name="connsiteY2" fmla="*/ 132 h 398218"/>
              <a:gd name="connsiteX3" fmla="*/ 2324101 w 3181350"/>
              <a:gd name="connsiteY3" fmla="*/ 395419 h 398218"/>
              <a:gd name="connsiteX4" fmla="*/ 3181350 w 3181350"/>
              <a:gd name="connsiteY4" fmla="*/ 71569 h 398218"/>
              <a:gd name="connsiteX0" fmla="*/ 0 w 3181350"/>
              <a:gd name="connsiteY0" fmla="*/ 135 h 388756"/>
              <a:gd name="connsiteX1" fmla="*/ 695325 w 3181350"/>
              <a:gd name="connsiteY1" fmla="*/ 338272 h 388756"/>
              <a:gd name="connsiteX2" fmla="*/ 1481138 w 3181350"/>
              <a:gd name="connsiteY2" fmla="*/ 135 h 388756"/>
              <a:gd name="connsiteX3" fmla="*/ 2324101 w 3181350"/>
              <a:gd name="connsiteY3" fmla="*/ 385897 h 388756"/>
              <a:gd name="connsiteX4" fmla="*/ 3181350 w 3181350"/>
              <a:gd name="connsiteY4" fmla="*/ 62047 h 3887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81350" h="388756">
                <a:moveTo>
                  <a:pt x="0" y="135"/>
                </a:moveTo>
                <a:cubicBezTo>
                  <a:pt x="168672" y="275566"/>
                  <a:pt x="448469" y="338272"/>
                  <a:pt x="695325" y="338272"/>
                </a:cubicBezTo>
                <a:cubicBezTo>
                  <a:pt x="942181" y="338272"/>
                  <a:pt x="1209675" y="-7803"/>
                  <a:pt x="1481138" y="135"/>
                </a:cubicBezTo>
                <a:cubicBezTo>
                  <a:pt x="1752601" y="8073"/>
                  <a:pt x="2123282" y="427172"/>
                  <a:pt x="2324101" y="385897"/>
                </a:cubicBezTo>
                <a:cubicBezTo>
                  <a:pt x="2524920" y="344622"/>
                  <a:pt x="3021806" y="139835"/>
                  <a:pt x="3181350" y="62047"/>
                </a:cubicBez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99244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E80E3-5F7D-25A9-2D4F-1ECFA2294D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tangle 101">
            <a:extLst>
              <a:ext uri="{FF2B5EF4-FFF2-40B4-BE49-F238E27FC236}">
                <a16:creationId xmlns:a16="http://schemas.microsoft.com/office/drawing/2014/main" id="{B705BCA5-D011-EB6D-616C-400D8AD0AEBD}"/>
              </a:ext>
            </a:extLst>
          </p:cNvPr>
          <p:cNvSpPr/>
          <p:nvPr/>
        </p:nvSpPr>
        <p:spPr>
          <a:xfrm>
            <a:off x="1197007" y="1994537"/>
            <a:ext cx="9307900" cy="1982635"/>
          </a:xfrm>
          <a:prstGeom prst="rect">
            <a:avLst/>
          </a:prstGeom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BD2FC4B-B750-EF0A-9FC4-976918495E67}"/>
              </a:ext>
            </a:extLst>
          </p:cNvPr>
          <p:cNvGrpSpPr/>
          <p:nvPr/>
        </p:nvGrpSpPr>
        <p:grpSpPr>
          <a:xfrm>
            <a:off x="3153045" y="2654072"/>
            <a:ext cx="359568" cy="466725"/>
            <a:chOff x="2652713" y="4174331"/>
            <a:chExt cx="359568" cy="466725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D8A01F29-8BDF-DFB5-D2EA-7E907EC8D4BB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2AA832DC-F769-37F2-FDFD-FE44CFABB7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5363C3B-BDE1-5723-D2A0-F66FC269127E}"/>
              </a:ext>
            </a:extLst>
          </p:cNvPr>
          <p:cNvGrpSpPr/>
          <p:nvPr/>
        </p:nvGrpSpPr>
        <p:grpSpPr>
          <a:xfrm>
            <a:off x="5149485" y="2678849"/>
            <a:ext cx="359568" cy="466725"/>
            <a:chOff x="2652713" y="4174331"/>
            <a:chExt cx="359568" cy="466725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D2B017E6-6E7F-9C97-20A2-4B1B2B72A998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A92EF4E-CD20-331B-C4E3-AC61997DAD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9221BA4-39F1-C0A1-8FCF-7E457171D78C}"/>
              </a:ext>
            </a:extLst>
          </p:cNvPr>
          <p:cNvGrpSpPr/>
          <p:nvPr/>
        </p:nvGrpSpPr>
        <p:grpSpPr>
          <a:xfrm>
            <a:off x="6147705" y="2711453"/>
            <a:ext cx="359568" cy="466725"/>
            <a:chOff x="2652713" y="4174331"/>
            <a:chExt cx="359568" cy="466725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416FB4C4-47DB-06FD-2BA5-2547AFAA9B92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AD0B215E-ABC3-60CD-86F9-B13A91600E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B890947-A1CE-E73D-74F4-BF6238B09303}"/>
              </a:ext>
            </a:extLst>
          </p:cNvPr>
          <p:cNvGrpSpPr/>
          <p:nvPr/>
        </p:nvGrpSpPr>
        <p:grpSpPr>
          <a:xfrm>
            <a:off x="7145925" y="2708206"/>
            <a:ext cx="359568" cy="466725"/>
            <a:chOff x="2652713" y="4174331"/>
            <a:chExt cx="359568" cy="466725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594E4AC1-6CF0-B06F-2432-C7E87B34342C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768F6462-935B-0BAB-BF3B-A63C76065E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9424D6C-953A-2FBF-2C94-955A6004D48B}"/>
              </a:ext>
            </a:extLst>
          </p:cNvPr>
          <p:cNvGrpSpPr/>
          <p:nvPr/>
        </p:nvGrpSpPr>
        <p:grpSpPr>
          <a:xfrm>
            <a:off x="8144145" y="2715826"/>
            <a:ext cx="359568" cy="466725"/>
            <a:chOff x="2652713" y="4174331"/>
            <a:chExt cx="359568" cy="466725"/>
          </a:xfrm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0E30377D-408B-6380-367F-5BC2EC542ACD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BBFFD1BE-05F0-5D38-33B2-C1C91AF8C1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31841C64-E857-BEE9-24D2-693289EFCA3A}"/>
              </a:ext>
            </a:extLst>
          </p:cNvPr>
          <p:cNvSpPr/>
          <p:nvPr/>
        </p:nvSpPr>
        <p:spPr>
          <a:xfrm>
            <a:off x="4279852" y="1642041"/>
            <a:ext cx="4091940" cy="165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7358708-A48F-9F65-1D76-8831199A3FFE}"/>
              </a:ext>
            </a:extLst>
          </p:cNvPr>
          <p:cNvSpPr/>
          <p:nvPr/>
        </p:nvSpPr>
        <p:spPr>
          <a:xfrm>
            <a:off x="4279852" y="1482800"/>
            <a:ext cx="4093022" cy="1651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397333B9-CC56-B306-483A-12C85068C7C0}"/>
              </a:ext>
            </a:extLst>
          </p:cNvPr>
          <p:cNvGrpSpPr/>
          <p:nvPr/>
        </p:nvGrpSpPr>
        <p:grpSpPr>
          <a:xfrm>
            <a:off x="4782637" y="1056533"/>
            <a:ext cx="4003597" cy="161607"/>
            <a:chOff x="4334854" y="1565524"/>
            <a:chExt cx="4003597" cy="161607"/>
          </a:xfrm>
        </p:grpSpPr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30F32CF6-589B-F9A2-30EC-4909D5269360}"/>
                </a:ext>
              </a:extLst>
            </p:cNvPr>
            <p:cNvCxnSpPr>
              <a:cxnSpLocks/>
            </p:cNvCxnSpPr>
            <p:nvPr/>
          </p:nvCxnSpPr>
          <p:spPr>
            <a:xfrm>
              <a:off x="4334854" y="1727131"/>
              <a:ext cx="569591" cy="0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E45A3584-5623-4034-FA0D-1F46D0E9274E}"/>
                </a:ext>
              </a:extLst>
            </p:cNvPr>
            <p:cNvCxnSpPr>
              <a:cxnSpLocks/>
            </p:cNvCxnSpPr>
            <p:nvPr/>
          </p:nvCxnSpPr>
          <p:spPr>
            <a:xfrm>
              <a:off x="4999762" y="1727131"/>
              <a:ext cx="569591" cy="0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A512329C-A369-A004-D40D-38F956EF2E23}"/>
                </a:ext>
              </a:extLst>
            </p:cNvPr>
            <p:cNvCxnSpPr>
              <a:cxnSpLocks/>
            </p:cNvCxnSpPr>
            <p:nvPr/>
          </p:nvCxnSpPr>
          <p:spPr>
            <a:xfrm>
              <a:off x="5709377" y="1727131"/>
              <a:ext cx="569591" cy="0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1DB50694-8B8D-3BE7-2FEC-3FC07A978C34}"/>
                </a:ext>
              </a:extLst>
            </p:cNvPr>
            <p:cNvCxnSpPr>
              <a:cxnSpLocks/>
            </p:cNvCxnSpPr>
            <p:nvPr/>
          </p:nvCxnSpPr>
          <p:spPr>
            <a:xfrm>
              <a:off x="6410663" y="1727131"/>
              <a:ext cx="569591" cy="0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5DCC1DF0-4477-E383-487D-27675FD82701}"/>
                </a:ext>
              </a:extLst>
            </p:cNvPr>
            <p:cNvCxnSpPr>
              <a:cxnSpLocks/>
            </p:cNvCxnSpPr>
            <p:nvPr/>
          </p:nvCxnSpPr>
          <p:spPr>
            <a:xfrm>
              <a:off x="7768860" y="1727131"/>
              <a:ext cx="569591" cy="0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82C5003C-031F-7149-F3F1-385AFA43409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28853" y="1569969"/>
              <a:ext cx="585787" cy="0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20609A56-9154-217D-6D8C-D2E92DDAA8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08832" y="1569969"/>
              <a:ext cx="585787" cy="0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BDF81A7E-DF32-5E81-0F79-F63E7F7F14E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63444" y="1565524"/>
              <a:ext cx="585787" cy="0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E608D235-5771-A03A-E0B9-DE5A8328AE9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4859" y="1565524"/>
              <a:ext cx="585787" cy="0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832EE254-10FD-C423-B8D3-47245F17A1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20448" y="1565524"/>
              <a:ext cx="585787" cy="0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EE209FDD-3D41-657E-D5D8-7B74376160E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34854" y="1565524"/>
              <a:ext cx="585787" cy="0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55E39425-EA27-BFCE-7E97-745288700E31}"/>
              </a:ext>
            </a:extLst>
          </p:cNvPr>
          <p:cNvSpPr txBox="1"/>
          <p:nvPr/>
        </p:nvSpPr>
        <p:spPr>
          <a:xfrm>
            <a:off x="3482224" y="1464839"/>
            <a:ext cx="9886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CrSBr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47257AE-88C9-8D10-E935-3A6CD2CC5DDF}"/>
              </a:ext>
            </a:extLst>
          </p:cNvPr>
          <p:cNvSpPr/>
          <p:nvPr/>
        </p:nvSpPr>
        <p:spPr>
          <a:xfrm>
            <a:off x="3186888" y="1802061"/>
            <a:ext cx="846976" cy="1930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051C8930-5DED-0A6D-F733-3AD05AFC2448}"/>
              </a:ext>
            </a:extLst>
          </p:cNvPr>
          <p:cNvGrpSpPr/>
          <p:nvPr/>
        </p:nvGrpSpPr>
        <p:grpSpPr>
          <a:xfrm>
            <a:off x="2183853" y="2654072"/>
            <a:ext cx="359568" cy="466725"/>
            <a:chOff x="2652713" y="4174331"/>
            <a:chExt cx="359568" cy="466725"/>
          </a:xfrm>
        </p:grpSpPr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05534B84-ED09-967F-4F50-0A3E95F9AB46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AFDFE7AD-2BA2-C376-C80E-95514393BF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B4410A4B-24E1-82D0-D970-BB118884FD2D}"/>
              </a:ext>
            </a:extLst>
          </p:cNvPr>
          <p:cNvGrpSpPr/>
          <p:nvPr/>
        </p:nvGrpSpPr>
        <p:grpSpPr>
          <a:xfrm>
            <a:off x="9084494" y="2711819"/>
            <a:ext cx="359568" cy="466725"/>
            <a:chOff x="2652713" y="4174331"/>
            <a:chExt cx="359568" cy="466725"/>
          </a:xfrm>
        </p:grpSpPr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1C225404-935E-F929-661A-BA728EF66853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5714E89C-4E1B-6A34-8A33-635A8DBCB31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476A3CCA-CBEC-AD15-EB35-A47C3699517A}"/>
              </a:ext>
            </a:extLst>
          </p:cNvPr>
          <p:cNvSpPr txBox="1"/>
          <p:nvPr/>
        </p:nvSpPr>
        <p:spPr>
          <a:xfrm>
            <a:off x="1120841" y="3672959"/>
            <a:ext cx="1362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Diamond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7ED896C-E304-FB12-A66A-616DFE3E9E36}"/>
              </a:ext>
            </a:extLst>
          </p:cNvPr>
          <p:cNvSpPr/>
          <p:nvPr/>
        </p:nvSpPr>
        <p:spPr>
          <a:xfrm>
            <a:off x="4124325" y="2009775"/>
            <a:ext cx="838200" cy="252432"/>
          </a:xfrm>
          <a:custGeom>
            <a:avLst/>
            <a:gdLst>
              <a:gd name="connsiteX0" fmla="*/ 0 w 838200"/>
              <a:gd name="connsiteY0" fmla="*/ 0 h 252432"/>
              <a:gd name="connsiteX1" fmla="*/ 61913 w 838200"/>
              <a:gd name="connsiteY1" fmla="*/ 233363 h 252432"/>
              <a:gd name="connsiteX2" fmla="*/ 242888 w 838200"/>
              <a:gd name="connsiteY2" fmla="*/ 33338 h 252432"/>
              <a:gd name="connsiteX3" fmla="*/ 381000 w 838200"/>
              <a:gd name="connsiteY3" fmla="*/ 252413 h 252432"/>
              <a:gd name="connsiteX4" fmla="*/ 566738 w 838200"/>
              <a:gd name="connsiteY4" fmla="*/ 19050 h 252432"/>
              <a:gd name="connsiteX5" fmla="*/ 704850 w 838200"/>
              <a:gd name="connsiteY5" fmla="*/ 252413 h 252432"/>
              <a:gd name="connsiteX6" fmla="*/ 838200 w 838200"/>
              <a:gd name="connsiteY6" fmla="*/ 23813 h 252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38200" h="252432">
                <a:moveTo>
                  <a:pt x="0" y="0"/>
                </a:moveTo>
                <a:cubicBezTo>
                  <a:pt x="10716" y="113903"/>
                  <a:pt x="21432" y="227807"/>
                  <a:pt x="61913" y="233363"/>
                </a:cubicBezTo>
                <a:cubicBezTo>
                  <a:pt x="102394" y="238919"/>
                  <a:pt x="189707" y="30163"/>
                  <a:pt x="242888" y="33338"/>
                </a:cubicBezTo>
                <a:cubicBezTo>
                  <a:pt x="296069" y="36513"/>
                  <a:pt x="327025" y="254794"/>
                  <a:pt x="381000" y="252413"/>
                </a:cubicBezTo>
                <a:cubicBezTo>
                  <a:pt x="434975" y="250032"/>
                  <a:pt x="512763" y="19050"/>
                  <a:pt x="566738" y="19050"/>
                </a:cubicBezTo>
                <a:cubicBezTo>
                  <a:pt x="620713" y="19050"/>
                  <a:pt x="659606" y="251619"/>
                  <a:pt x="704850" y="252413"/>
                </a:cubicBezTo>
                <a:cubicBezTo>
                  <a:pt x="750094" y="253207"/>
                  <a:pt x="812006" y="45244"/>
                  <a:pt x="838200" y="23813"/>
                </a:cubicBez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F1DB8444-A01B-CBDA-067D-3AF58E50F0B1}"/>
              </a:ext>
            </a:extLst>
          </p:cNvPr>
          <p:cNvSpPr/>
          <p:nvPr/>
        </p:nvSpPr>
        <p:spPr>
          <a:xfrm>
            <a:off x="3962401" y="2295525"/>
            <a:ext cx="1023938" cy="304802"/>
          </a:xfrm>
          <a:custGeom>
            <a:avLst/>
            <a:gdLst>
              <a:gd name="connsiteX0" fmla="*/ 0 w 995363"/>
              <a:gd name="connsiteY0" fmla="*/ 0 h 328615"/>
              <a:gd name="connsiteX1" fmla="*/ 195263 w 995363"/>
              <a:gd name="connsiteY1" fmla="*/ 247650 h 328615"/>
              <a:gd name="connsiteX2" fmla="*/ 442913 w 995363"/>
              <a:gd name="connsiteY2" fmla="*/ 85725 h 328615"/>
              <a:gd name="connsiteX3" fmla="*/ 728663 w 995363"/>
              <a:gd name="connsiteY3" fmla="*/ 328613 h 328615"/>
              <a:gd name="connsiteX4" fmla="*/ 995363 w 995363"/>
              <a:gd name="connsiteY4" fmla="*/ 90488 h 328615"/>
              <a:gd name="connsiteX0" fmla="*/ 0 w 995363"/>
              <a:gd name="connsiteY0" fmla="*/ 0 h 304802"/>
              <a:gd name="connsiteX1" fmla="*/ 195263 w 995363"/>
              <a:gd name="connsiteY1" fmla="*/ 247650 h 304802"/>
              <a:gd name="connsiteX2" fmla="*/ 442913 w 995363"/>
              <a:gd name="connsiteY2" fmla="*/ 85725 h 304802"/>
              <a:gd name="connsiteX3" fmla="*/ 771526 w 995363"/>
              <a:gd name="connsiteY3" fmla="*/ 304800 h 304802"/>
              <a:gd name="connsiteX4" fmla="*/ 995363 w 995363"/>
              <a:gd name="connsiteY4" fmla="*/ 90488 h 304802"/>
              <a:gd name="connsiteX0" fmla="*/ 0 w 1085850"/>
              <a:gd name="connsiteY0" fmla="*/ 0 h 304802"/>
              <a:gd name="connsiteX1" fmla="*/ 195263 w 1085850"/>
              <a:gd name="connsiteY1" fmla="*/ 247650 h 304802"/>
              <a:gd name="connsiteX2" fmla="*/ 442913 w 1085850"/>
              <a:gd name="connsiteY2" fmla="*/ 85725 h 304802"/>
              <a:gd name="connsiteX3" fmla="*/ 771526 w 1085850"/>
              <a:gd name="connsiteY3" fmla="*/ 304800 h 304802"/>
              <a:gd name="connsiteX4" fmla="*/ 1085850 w 1085850"/>
              <a:gd name="connsiteY4" fmla="*/ 80963 h 304802"/>
              <a:gd name="connsiteX0" fmla="*/ 0 w 1085850"/>
              <a:gd name="connsiteY0" fmla="*/ 0 h 304802"/>
              <a:gd name="connsiteX1" fmla="*/ 195263 w 1085850"/>
              <a:gd name="connsiteY1" fmla="*/ 247650 h 304802"/>
              <a:gd name="connsiteX2" fmla="*/ 552451 w 1085850"/>
              <a:gd name="connsiteY2" fmla="*/ 57150 h 304802"/>
              <a:gd name="connsiteX3" fmla="*/ 771526 w 1085850"/>
              <a:gd name="connsiteY3" fmla="*/ 304800 h 304802"/>
              <a:gd name="connsiteX4" fmla="*/ 1085850 w 1085850"/>
              <a:gd name="connsiteY4" fmla="*/ 80963 h 304802"/>
              <a:gd name="connsiteX0" fmla="*/ 0 w 1085850"/>
              <a:gd name="connsiteY0" fmla="*/ 0 h 304802"/>
              <a:gd name="connsiteX1" fmla="*/ 219076 w 1085850"/>
              <a:gd name="connsiteY1" fmla="*/ 285750 h 304802"/>
              <a:gd name="connsiteX2" fmla="*/ 552451 w 1085850"/>
              <a:gd name="connsiteY2" fmla="*/ 57150 h 304802"/>
              <a:gd name="connsiteX3" fmla="*/ 771526 w 1085850"/>
              <a:gd name="connsiteY3" fmla="*/ 304800 h 304802"/>
              <a:gd name="connsiteX4" fmla="*/ 1085850 w 1085850"/>
              <a:gd name="connsiteY4" fmla="*/ 80963 h 304802"/>
              <a:gd name="connsiteX0" fmla="*/ 0 w 1023938"/>
              <a:gd name="connsiteY0" fmla="*/ 0 h 304802"/>
              <a:gd name="connsiteX1" fmla="*/ 219076 w 1023938"/>
              <a:gd name="connsiteY1" fmla="*/ 285750 h 304802"/>
              <a:gd name="connsiteX2" fmla="*/ 552451 w 1023938"/>
              <a:gd name="connsiteY2" fmla="*/ 57150 h 304802"/>
              <a:gd name="connsiteX3" fmla="*/ 771526 w 1023938"/>
              <a:gd name="connsiteY3" fmla="*/ 304800 h 304802"/>
              <a:gd name="connsiteX4" fmla="*/ 1023938 w 1023938"/>
              <a:gd name="connsiteY4" fmla="*/ 57151 h 3048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3938" h="304802">
                <a:moveTo>
                  <a:pt x="0" y="0"/>
                </a:moveTo>
                <a:cubicBezTo>
                  <a:pt x="60722" y="116681"/>
                  <a:pt x="127001" y="276225"/>
                  <a:pt x="219076" y="285750"/>
                </a:cubicBezTo>
                <a:cubicBezTo>
                  <a:pt x="311151" y="295275"/>
                  <a:pt x="460376" y="53975"/>
                  <a:pt x="552451" y="57150"/>
                </a:cubicBezTo>
                <a:cubicBezTo>
                  <a:pt x="644526" y="60325"/>
                  <a:pt x="679451" y="304006"/>
                  <a:pt x="771526" y="304800"/>
                </a:cubicBezTo>
                <a:cubicBezTo>
                  <a:pt x="863601" y="305594"/>
                  <a:pt x="970757" y="69851"/>
                  <a:pt x="1023938" y="57151"/>
                </a:cubicBez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B41C2BDD-89BA-4D59-DB87-33838AE23D07}"/>
              </a:ext>
            </a:extLst>
          </p:cNvPr>
          <p:cNvSpPr/>
          <p:nvPr/>
        </p:nvSpPr>
        <p:spPr>
          <a:xfrm>
            <a:off x="3606557" y="2542554"/>
            <a:ext cx="1728787" cy="395769"/>
          </a:xfrm>
          <a:custGeom>
            <a:avLst/>
            <a:gdLst>
              <a:gd name="connsiteX0" fmla="*/ 0 w 1728787"/>
              <a:gd name="connsiteY0" fmla="*/ 0 h 395769"/>
              <a:gd name="connsiteX1" fmla="*/ 347662 w 1728787"/>
              <a:gd name="connsiteY1" fmla="*/ 371475 h 395769"/>
              <a:gd name="connsiteX2" fmla="*/ 985837 w 1728787"/>
              <a:gd name="connsiteY2" fmla="*/ 190500 h 395769"/>
              <a:gd name="connsiteX3" fmla="*/ 1385887 w 1728787"/>
              <a:gd name="connsiteY3" fmla="*/ 395288 h 395769"/>
              <a:gd name="connsiteX4" fmla="*/ 1728787 w 1728787"/>
              <a:gd name="connsiteY4" fmla="*/ 119063 h 3957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28787" h="395769">
                <a:moveTo>
                  <a:pt x="0" y="0"/>
                </a:moveTo>
                <a:cubicBezTo>
                  <a:pt x="91678" y="169862"/>
                  <a:pt x="183356" y="339725"/>
                  <a:pt x="347662" y="371475"/>
                </a:cubicBezTo>
                <a:cubicBezTo>
                  <a:pt x="511968" y="403225"/>
                  <a:pt x="812800" y="186531"/>
                  <a:pt x="985837" y="190500"/>
                </a:cubicBezTo>
                <a:cubicBezTo>
                  <a:pt x="1158874" y="194469"/>
                  <a:pt x="1262062" y="407194"/>
                  <a:pt x="1385887" y="395288"/>
                </a:cubicBezTo>
                <a:cubicBezTo>
                  <a:pt x="1509712" y="383382"/>
                  <a:pt x="1677193" y="133350"/>
                  <a:pt x="1728787" y="119063"/>
                </a:cubicBez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1AE1715-9FC0-68BF-8D3E-29B5B4BFA74C}"/>
              </a:ext>
            </a:extLst>
          </p:cNvPr>
          <p:cNvSpPr/>
          <p:nvPr/>
        </p:nvSpPr>
        <p:spPr>
          <a:xfrm>
            <a:off x="2959449" y="3139762"/>
            <a:ext cx="3181350" cy="388756"/>
          </a:xfrm>
          <a:custGeom>
            <a:avLst/>
            <a:gdLst>
              <a:gd name="connsiteX0" fmla="*/ 0 w 2895600"/>
              <a:gd name="connsiteY0" fmla="*/ 0 h 693806"/>
              <a:gd name="connsiteX1" fmla="*/ 619125 w 2895600"/>
              <a:gd name="connsiteY1" fmla="*/ 609600 h 693806"/>
              <a:gd name="connsiteX2" fmla="*/ 1690688 w 2895600"/>
              <a:gd name="connsiteY2" fmla="*/ 352425 h 693806"/>
              <a:gd name="connsiteX3" fmla="*/ 2309813 w 2895600"/>
              <a:gd name="connsiteY3" fmla="*/ 690562 h 693806"/>
              <a:gd name="connsiteX4" fmla="*/ 2895600 w 2895600"/>
              <a:gd name="connsiteY4" fmla="*/ 104775 h 693806"/>
              <a:gd name="connsiteX0" fmla="*/ 0 w 2895600"/>
              <a:gd name="connsiteY0" fmla="*/ 0 h 692943"/>
              <a:gd name="connsiteX1" fmla="*/ 619125 w 2895600"/>
              <a:gd name="connsiteY1" fmla="*/ 609600 h 692943"/>
              <a:gd name="connsiteX2" fmla="*/ 1604963 w 2895600"/>
              <a:gd name="connsiteY2" fmla="*/ 209550 h 692943"/>
              <a:gd name="connsiteX3" fmla="*/ 2309813 w 2895600"/>
              <a:gd name="connsiteY3" fmla="*/ 690562 h 692943"/>
              <a:gd name="connsiteX4" fmla="*/ 2895600 w 2895600"/>
              <a:gd name="connsiteY4" fmla="*/ 104775 h 692943"/>
              <a:gd name="connsiteX0" fmla="*/ 0 w 2895600"/>
              <a:gd name="connsiteY0" fmla="*/ 114300 h 588168"/>
              <a:gd name="connsiteX1" fmla="*/ 619125 w 2895600"/>
              <a:gd name="connsiteY1" fmla="*/ 504825 h 588168"/>
              <a:gd name="connsiteX2" fmla="*/ 1604963 w 2895600"/>
              <a:gd name="connsiteY2" fmla="*/ 104775 h 588168"/>
              <a:gd name="connsiteX3" fmla="*/ 2309813 w 2895600"/>
              <a:gd name="connsiteY3" fmla="*/ 585787 h 588168"/>
              <a:gd name="connsiteX4" fmla="*/ 2895600 w 2895600"/>
              <a:gd name="connsiteY4" fmla="*/ 0 h 588168"/>
              <a:gd name="connsiteX0" fmla="*/ 0 w 2895600"/>
              <a:gd name="connsiteY0" fmla="*/ 114300 h 588280"/>
              <a:gd name="connsiteX1" fmla="*/ 671513 w 2895600"/>
              <a:gd name="connsiteY1" fmla="*/ 357187 h 588280"/>
              <a:gd name="connsiteX2" fmla="*/ 1604963 w 2895600"/>
              <a:gd name="connsiteY2" fmla="*/ 104775 h 588280"/>
              <a:gd name="connsiteX3" fmla="*/ 2309813 w 2895600"/>
              <a:gd name="connsiteY3" fmla="*/ 585787 h 588280"/>
              <a:gd name="connsiteX4" fmla="*/ 2895600 w 2895600"/>
              <a:gd name="connsiteY4" fmla="*/ 0 h 588280"/>
              <a:gd name="connsiteX0" fmla="*/ 0 w 2895600"/>
              <a:gd name="connsiteY0" fmla="*/ 114300 h 502960"/>
              <a:gd name="connsiteX1" fmla="*/ 671513 w 2895600"/>
              <a:gd name="connsiteY1" fmla="*/ 357187 h 502960"/>
              <a:gd name="connsiteX2" fmla="*/ 1604963 w 2895600"/>
              <a:gd name="connsiteY2" fmla="*/ 104775 h 502960"/>
              <a:gd name="connsiteX3" fmla="*/ 2324101 w 2895600"/>
              <a:gd name="connsiteY3" fmla="*/ 500062 h 502960"/>
              <a:gd name="connsiteX4" fmla="*/ 2895600 w 2895600"/>
              <a:gd name="connsiteY4" fmla="*/ 0 h 502960"/>
              <a:gd name="connsiteX0" fmla="*/ 0 w 3181350"/>
              <a:gd name="connsiteY0" fmla="*/ 10989 h 399649"/>
              <a:gd name="connsiteX1" fmla="*/ 671513 w 3181350"/>
              <a:gd name="connsiteY1" fmla="*/ 253876 h 399649"/>
              <a:gd name="connsiteX2" fmla="*/ 1604963 w 3181350"/>
              <a:gd name="connsiteY2" fmla="*/ 1464 h 399649"/>
              <a:gd name="connsiteX3" fmla="*/ 2324101 w 3181350"/>
              <a:gd name="connsiteY3" fmla="*/ 396751 h 399649"/>
              <a:gd name="connsiteX4" fmla="*/ 3181350 w 3181350"/>
              <a:gd name="connsiteY4" fmla="*/ 72901 h 399649"/>
              <a:gd name="connsiteX0" fmla="*/ 0 w 3181350"/>
              <a:gd name="connsiteY0" fmla="*/ 9657 h 398218"/>
              <a:gd name="connsiteX1" fmla="*/ 695325 w 3181350"/>
              <a:gd name="connsiteY1" fmla="*/ 347794 h 398218"/>
              <a:gd name="connsiteX2" fmla="*/ 1604963 w 3181350"/>
              <a:gd name="connsiteY2" fmla="*/ 132 h 398218"/>
              <a:gd name="connsiteX3" fmla="*/ 2324101 w 3181350"/>
              <a:gd name="connsiteY3" fmla="*/ 395419 h 398218"/>
              <a:gd name="connsiteX4" fmla="*/ 3181350 w 3181350"/>
              <a:gd name="connsiteY4" fmla="*/ 71569 h 398218"/>
              <a:gd name="connsiteX0" fmla="*/ 0 w 3181350"/>
              <a:gd name="connsiteY0" fmla="*/ 135 h 388756"/>
              <a:gd name="connsiteX1" fmla="*/ 695325 w 3181350"/>
              <a:gd name="connsiteY1" fmla="*/ 338272 h 388756"/>
              <a:gd name="connsiteX2" fmla="*/ 1481138 w 3181350"/>
              <a:gd name="connsiteY2" fmla="*/ 135 h 388756"/>
              <a:gd name="connsiteX3" fmla="*/ 2324101 w 3181350"/>
              <a:gd name="connsiteY3" fmla="*/ 385897 h 388756"/>
              <a:gd name="connsiteX4" fmla="*/ 3181350 w 3181350"/>
              <a:gd name="connsiteY4" fmla="*/ 62047 h 3887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81350" h="388756">
                <a:moveTo>
                  <a:pt x="0" y="135"/>
                </a:moveTo>
                <a:cubicBezTo>
                  <a:pt x="168672" y="275566"/>
                  <a:pt x="448469" y="338272"/>
                  <a:pt x="695325" y="338272"/>
                </a:cubicBezTo>
                <a:cubicBezTo>
                  <a:pt x="942181" y="338272"/>
                  <a:pt x="1209675" y="-7803"/>
                  <a:pt x="1481138" y="135"/>
                </a:cubicBezTo>
                <a:cubicBezTo>
                  <a:pt x="1752601" y="8073"/>
                  <a:pt x="2123282" y="427172"/>
                  <a:pt x="2324101" y="385897"/>
                </a:cubicBezTo>
                <a:cubicBezTo>
                  <a:pt x="2524920" y="344622"/>
                  <a:pt x="3021806" y="139835"/>
                  <a:pt x="3181350" y="62047"/>
                </a:cubicBez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1F1869C-CC77-C3BB-0C33-E90D897A658D}"/>
              </a:ext>
            </a:extLst>
          </p:cNvPr>
          <p:cNvSpPr/>
          <p:nvPr/>
        </p:nvSpPr>
        <p:spPr>
          <a:xfrm>
            <a:off x="4004783" y="1802060"/>
            <a:ext cx="1178386" cy="19303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C2A8A1E-E15C-7C50-A6E5-1B0860E552B6}"/>
              </a:ext>
            </a:extLst>
          </p:cNvPr>
          <p:cNvSpPr/>
          <p:nvPr/>
        </p:nvSpPr>
        <p:spPr>
          <a:xfrm>
            <a:off x="5172818" y="1804601"/>
            <a:ext cx="536559" cy="1930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D21EE71-75DF-4A9B-C641-F7D05DC9E681}"/>
              </a:ext>
            </a:extLst>
          </p:cNvPr>
          <p:cNvSpPr/>
          <p:nvPr/>
        </p:nvSpPr>
        <p:spPr>
          <a:xfrm>
            <a:off x="5705204" y="1804601"/>
            <a:ext cx="431208" cy="19303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0A3AAC-1029-C63E-A624-DED3F3C8EF07}"/>
              </a:ext>
            </a:extLst>
          </p:cNvPr>
          <p:cNvSpPr/>
          <p:nvPr/>
        </p:nvSpPr>
        <p:spPr>
          <a:xfrm>
            <a:off x="6120176" y="1804600"/>
            <a:ext cx="1025749" cy="1930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50BAE1-4E54-931B-1AFC-8D9C65F6C526}"/>
              </a:ext>
            </a:extLst>
          </p:cNvPr>
          <p:cNvSpPr/>
          <p:nvPr/>
        </p:nvSpPr>
        <p:spPr>
          <a:xfrm>
            <a:off x="7140984" y="1804600"/>
            <a:ext cx="431208" cy="19303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D38B95D-C167-D19C-8517-831FC4D0590D}"/>
              </a:ext>
            </a:extLst>
          </p:cNvPr>
          <p:cNvSpPr/>
          <p:nvPr/>
        </p:nvSpPr>
        <p:spPr>
          <a:xfrm>
            <a:off x="7572192" y="1802060"/>
            <a:ext cx="1025749" cy="19303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9B31584-40D0-0796-D72E-7A0C63B4FF7B}"/>
              </a:ext>
            </a:extLst>
          </p:cNvPr>
          <p:cNvCxnSpPr>
            <a:cxnSpLocks/>
          </p:cNvCxnSpPr>
          <p:nvPr/>
        </p:nvCxnSpPr>
        <p:spPr>
          <a:xfrm flipH="1">
            <a:off x="3302034" y="1906445"/>
            <a:ext cx="58578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9D0693B1-C710-6B81-4B7F-33B9A3A91EC3}"/>
              </a:ext>
            </a:extLst>
          </p:cNvPr>
          <p:cNvCxnSpPr>
            <a:cxnSpLocks/>
          </p:cNvCxnSpPr>
          <p:nvPr/>
        </p:nvCxnSpPr>
        <p:spPr>
          <a:xfrm flipH="1">
            <a:off x="5192108" y="1894962"/>
            <a:ext cx="481380" cy="936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75408C73-8059-3B73-274A-D65FCF187CDE}"/>
              </a:ext>
            </a:extLst>
          </p:cNvPr>
          <p:cNvCxnSpPr>
            <a:cxnSpLocks/>
          </p:cNvCxnSpPr>
          <p:nvPr/>
        </p:nvCxnSpPr>
        <p:spPr>
          <a:xfrm flipH="1">
            <a:off x="6187788" y="1901683"/>
            <a:ext cx="862105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520410ED-A1B8-2D1D-C011-3A9D1568A726}"/>
              </a:ext>
            </a:extLst>
          </p:cNvPr>
          <p:cNvCxnSpPr>
            <a:cxnSpLocks/>
          </p:cNvCxnSpPr>
          <p:nvPr/>
        </p:nvCxnSpPr>
        <p:spPr>
          <a:xfrm flipH="1">
            <a:off x="7649242" y="1904858"/>
            <a:ext cx="80930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2F913BD-0316-AB62-1807-9A6EB15EA727}"/>
              </a:ext>
            </a:extLst>
          </p:cNvPr>
          <p:cNvCxnSpPr>
            <a:cxnSpLocks/>
          </p:cNvCxnSpPr>
          <p:nvPr/>
        </p:nvCxnSpPr>
        <p:spPr>
          <a:xfrm>
            <a:off x="7188533" y="1901683"/>
            <a:ext cx="336109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089060EC-4F20-0AFC-D4D2-00810756397B}"/>
              </a:ext>
            </a:extLst>
          </p:cNvPr>
          <p:cNvCxnSpPr>
            <a:cxnSpLocks/>
          </p:cNvCxnSpPr>
          <p:nvPr/>
        </p:nvCxnSpPr>
        <p:spPr>
          <a:xfrm>
            <a:off x="5752753" y="1894962"/>
            <a:ext cx="336109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27D3D64-BC26-5E29-858C-22AFF6C7D08A}"/>
              </a:ext>
            </a:extLst>
          </p:cNvPr>
          <p:cNvCxnSpPr>
            <a:cxnSpLocks/>
          </p:cNvCxnSpPr>
          <p:nvPr/>
        </p:nvCxnSpPr>
        <p:spPr>
          <a:xfrm flipV="1">
            <a:off x="4052318" y="1898016"/>
            <a:ext cx="1062019" cy="3103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C1A2F050-EA34-1C0E-07BA-5B184ECDFA66}"/>
              </a:ext>
            </a:extLst>
          </p:cNvPr>
          <p:cNvSpPr/>
          <p:nvPr/>
        </p:nvSpPr>
        <p:spPr>
          <a:xfrm>
            <a:off x="4950920" y="1635392"/>
            <a:ext cx="536559" cy="1930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C46CE9EA-2E57-B482-A321-2959A2ACD1BC}"/>
              </a:ext>
            </a:extLst>
          </p:cNvPr>
          <p:cNvSpPr/>
          <p:nvPr/>
        </p:nvSpPr>
        <p:spPr>
          <a:xfrm>
            <a:off x="6190192" y="1628460"/>
            <a:ext cx="536559" cy="1930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FD74D9D-CCA7-7F42-E5BE-4E0F09DC057D}"/>
              </a:ext>
            </a:extLst>
          </p:cNvPr>
          <p:cNvSpPr/>
          <p:nvPr/>
        </p:nvSpPr>
        <p:spPr>
          <a:xfrm>
            <a:off x="7839419" y="1614368"/>
            <a:ext cx="536559" cy="1930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8EEF3A9-EE3D-D5FE-AF0F-DCC03D780AD7}"/>
              </a:ext>
            </a:extLst>
          </p:cNvPr>
          <p:cNvSpPr/>
          <p:nvPr/>
        </p:nvSpPr>
        <p:spPr>
          <a:xfrm>
            <a:off x="4696924" y="1482533"/>
            <a:ext cx="431208" cy="17201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01F406A-5215-D4BD-B660-59527189ED9A}"/>
              </a:ext>
            </a:extLst>
          </p:cNvPr>
          <p:cNvSpPr/>
          <p:nvPr/>
        </p:nvSpPr>
        <p:spPr>
          <a:xfrm>
            <a:off x="6237246" y="1482801"/>
            <a:ext cx="431208" cy="16536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A1843469-0DE7-C8A6-B2CE-B048F48C0E9A}"/>
              </a:ext>
            </a:extLst>
          </p:cNvPr>
          <p:cNvSpPr/>
          <p:nvPr/>
        </p:nvSpPr>
        <p:spPr>
          <a:xfrm>
            <a:off x="7777568" y="1482801"/>
            <a:ext cx="597146" cy="16536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61E42993-F725-503D-4730-BEC1F388D993}"/>
              </a:ext>
            </a:extLst>
          </p:cNvPr>
          <p:cNvCxnSpPr>
            <a:cxnSpLocks/>
          </p:cNvCxnSpPr>
          <p:nvPr/>
        </p:nvCxnSpPr>
        <p:spPr>
          <a:xfrm flipH="1">
            <a:off x="6811227" y="1566721"/>
            <a:ext cx="809300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803683E7-333C-6DA5-14CB-4208E44333E8}"/>
              </a:ext>
            </a:extLst>
          </p:cNvPr>
          <p:cNvCxnSpPr>
            <a:cxnSpLocks/>
          </p:cNvCxnSpPr>
          <p:nvPr/>
        </p:nvCxnSpPr>
        <p:spPr>
          <a:xfrm>
            <a:off x="6281347" y="1558641"/>
            <a:ext cx="336109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961753E5-E148-CD58-55CE-0A78828A85BC}"/>
              </a:ext>
            </a:extLst>
          </p:cNvPr>
          <p:cNvCxnSpPr>
            <a:cxnSpLocks/>
          </p:cNvCxnSpPr>
          <p:nvPr/>
        </p:nvCxnSpPr>
        <p:spPr>
          <a:xfrm>
            <a:off x="7839419" y="1566721"/>
            <a:ext cx="480825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6675F301-47E3-088B-7144-16C56DBD7BEA}"/>
              </a:ext>
            </a:extLst>
          </p:cNvPr>
          <p:cNvCxnSpPr>
            <a:cxnSpLocks/>
          </p:cNvCxnSpPr>
          <p:nvPr/>
        </p:nvCxnSpPr>
        <p:spPr>
          <a:xfrm>
            <a:off x="6774377" y="1718327"/>
            <a:ext cx="1027004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C3BD6F38-1F22-ED9C-5BB9-3623A6A86FDC}"/>
              </a:ext>
            </a:extLst>
          </p:cNvPr>
          <p:cNvCxnSpPr>
            <a:cxnSpLocks/>
          </p:cNvCxnSpPr>
          <p:nvPr/>
        </p:nvCxnSpPr>
        <p:spPr>
          <a:xfrm>
            <a:off x="4745484" y="1566721"/>
            <a:ext cx="336109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E51B97FE-E15F-033B-3A63-A95E4D6E0F11}"/>
              </a:ext>
            </a:extLst>
          </p:cNvPr>
          <p:cNvCxnSpPr>
            <a:cxnSpLocks/>
          </p:cNvCxnSpPr>
          <p:nvPr/>
        </p:nvCxnSpPr>
        <p:spPr>
          <a:xfrm>
            <a:off x="5552212" y="1719773"/>
            <a:ext cx="595493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3864C39B-EB15-95A1-CDDA-421DBA6A4115}"/>
              </a:ext>
            </a:extLst>
          </p:cNvPr>
          <p:cNvCxnSpPr>
            <a:cxnSpLocks/>
          </p:cNvCxnSpPr>
          <p:nvPr/>
        </p:nvCxnSpPr>
        <p:spPr>
          <a:xfrm>
            <a:off x="4318220" y="1725470"/>
            <a:ext cx="560961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D9C6AAD0-015D-4CEB-B426-4C2B79E9D589}"/>
              </a:ext>
            </a:extLst>
          </p:cNvPr>
          <p:cNvCxnSpPr>
            <a:cxnSpLocks/>
          </p:cNvCxnSpPr>
          <p:nvPr/>
        </p:nvCxnSpPr>
        <p:spPr>
          <a:xfrm flipH="1">
            <a:off x="4972526" y="1730154"/>
            <a:ext cx="481380" cy="936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E8B3BBF9-7875-B384-A8D3-82D25A3BD326}"/>
              </a:ext>
            </a:extLst>
          </p:cNvPr>
          <p:cNvCxnSpPr>
            <a:cxnSpLocks/>
          </p:cNvCxnSpPr>
          <p:nvPr/>
        </p:nvCxnSpPr>
        <p:spPr>
          <a:xfrm flipH="1">
            <a:off x="5172818" y="1568754"/>
            <a:ext cx="984342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6E8D5647-355F-0755-1242-B49582C861BC}"/>
              </a:ext>
            </a:extLst>
          </p:cNvPr>
          <p:cNvCxnSpPr>
            <a:cxnSpLocks/>
          </p:cNvCxnSpPr>
          <p:nvPr/>
        </p:nvCxnSpPr>
        <p:spPr>
          <a:xfrm flipH="1">
            <a:off x="4308699" y="1568541"/>
            <a:ext cx="351937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2921FE9B-4937-156B-CA7C-73B5EF0B178A}"/>
              </a:ext>
            </a:extLst>
          </p:cNvPr>
          <p:cNvCxnSpPr>
            <a:cxnSpLocks/>
          </p:cNvCxnSpPr>
          <p:nvPr/>
        </p:nvCxnSpPr>
        <p:spPr>
          <a:xfrm flipH="1">
            <a:off x="6217721" y="1717332"/>
            <a:ext cx="481380" cy="936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D33D68A1-AB21-D32D-0197-A9DCC1EB3487}"/>
              </a:ext>
            </a:extLst>
          </p:cNvPr>
          <p:cNvCxnSpPr>
            <a:cxnSpLocks/>
          </p:cNvCxnSpPr>
          <p:nvPr/>
        </p:nvCxnSpPr>
        <p:spPr>
          <a:xfrm flipH="1">
            <a:off x="7867952" y="1727773"/>
            <a:ext cx="481380" cy="936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8201D2B-4E38-F407-925F-7EE039C6D51E}"/>
              </a:ext>
            </a:extLst>
          </p:cNvPr>
          <p:cNvGrpSpPr/>
          <p:nvPr/>
        </p:nvGrpSpPr>
        <p:grpSpPr>
          <a:xfrm>
            <a:off x="4151265" y="2680077"/>
            <a:ext cx="359568" cy="466725"/>
            <a:chOff x="2652713" y="4174331"/>
            <a:chExt cx="359568" cy="466725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AE4F2C2F-253A-5D3A-1830-0729563DBE11}"/>
                </a:ext>
              </a:extLst>
            </p:cNvPr>
            <p:cNvSpPr/>
            <p:nvPr/>
          </p:nvSpPr>
          <p:spPr>
            <a:xfrm>
              <a:off x="2686555" y="4307392"/>
              <a:ext cx="267855" cy="26785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DD40DC78-44BE-E44E-C1A5-5ACA460D8A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2713" y="4174331"/>
              <a:ext cx="359568" cy="46672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337396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805DD87-2734-50C6-7627-4FEAF153F394}"/>
              </a:ext>
            </a:extLst>
          </p:cNvPr>
          <p:cNvSpPr/>
          <p:nvPr/>
        </p:nvSpPr>
        <p:spPr>
          <a:xfrm>
            <a:off x="4907280" y="2065020"/>
            <a:ext cx="297180" cy="59436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707BBE-8921-A472-9100-3C88BB071888}"/>
              </a:ext>
            </a:extLst>
          </p:cNvPr>
          <p:cNvSpPr/>
          <p:nvPr/>
        </p:nvSpPr>
        <p:spPr>
          <a:xfrm>
            <a:off x="579120" y="1851660"/>
            <a:ext cx="5334000" cy="21336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Glass Slide</a:t>
            </a:r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584D566F-942C-AD85-828A-B25BD7981DD1}"/>
              </a:ext>
            </a:extLst>
          </p:cNvPr>
          <p:cNvSpPr/>
          <p:nvPr/>
        </p:nvSpPr>
        <p:spPr>
          <a:xfrm>
            <a:off x="4640580" y="1493520"/>
            <a:ext cx="830580" cy="1165860"/>
          </a:xfrm>
          <a:prstGeom prst="arc">
            <a:avLst>
              <a:gd name="adj1" fmla="val 21492605"/>
              <a:gd name="adj2" fmla="val 10871388"/>
            </a:avLst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1FB603C-4B6D-95CE-F69A-FC8F9C2A5294}"/>
              </a:ext>
            </a:extLst>
          </p:cNvPr>
          <p:cNvSpPr/>
          <p:nvPr/>
        </p:nvSpPr>
        <p:spPr>
          <a:xfrm>
            <a:off x="4773930" y="2432074"/>
            <a:ext cx="563880" cy="52448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25B7874-96ED-C985-2872-1B9BB8399F55}"/>
              </a:ext>
            </a:extLst>
          </p:cNvPr>
          <p:cNvCxnSpPr>
            <a:cxnSpLocks/>
            <a:stCxn id="8" idx="1"/>
            <a:endCxn id="16" idx="1"/>
          </p:cNvCxnSpPr>
          <p:nvPr/>
        </p:nvCxnSpPr>
        <p:spPr>
          <a:xfrm flipV="1">
            <a:off x="4856508" y="978848"/>
            <a:ext cx="1440489" cy="153003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D43498C-E2FC-74BE-0744-1E015A1D25E3}"/>
              </a:ext>
            </a:extLst>
          </p:cNvPr>
          <p:cNvCxnSpPr>
            <a:cxnSpLocks/>
            <a:stCxn id="8" idx="4"/>
            <a:endCxn id="16" idx="4"/>
          </p:cNvCxnSpPr>
          <p:nvPr/>
        </p:nvCxnSpPr>
        <p:spPr>
          <a:xfrm flipV="1">
            <a:off x="5055870" y="2734949"/>
            <a:ext cx="1968528" cy="22161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165F614-6655-A878-82A7-0C21011CBFF0}"/>
              </a:ext>
            </a:extLst>
          </p:cNvPr>
          <p:cNvSpPr/>
          <p:nvPr/>
        </p:nvSpPr>
        <p:spPr>
          <a:xfrm>
            <a:off x="6485628" y="785003"/>
            <a:ext cx="1077539" cy="671221"/>
          </a:xfrm>
          <a:prstGeom prst="roundRect">
            <a:avLst>
              <a:gd name="adj" fmla="val 14498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PDMS</a:t>
            </a:r>
          </a:p>
        </p:txBody>
      </p:sp>
      <p:sp>
        <p:nvSpPr>
          <p:cNvPr id="20" name="Arc 19">
            <a:extLst>
              <a:ext uri="{FF2B5EF4-FFF2-40B4-BE49-F238E27FC236}">
                <a16:creationId xmlns:a16="http://schemas.microsoft.com/office/drawing/2014/main" id="{7987143D-02A4-7AD2-C6E7-3A8E1346E0D4}"/>
              </a:ext>
            </a:extLst>
          </p:cNvPr>
          <p:cNvSpPr/>
          <p:nvPr/>
        </p:nvSpPr>
        <p:spPr>
          <a:xfrm>
            <a:off x="6075944" y="677549"/>
            <a:ext cx="1968527" cy="815972"/>
          </a:xfrm>
          <a:prstGeom prst="arc">
            <a:avLst>
              <a:gd name="adj1" fmla="val 721217"/>
              <a:gd name="adj2" fmla="val 10260122"/>
            </a:avLst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DC0D7D6-64E4-4EE6-5F85-9F25D82CCD3F}"/>
              </a:ext>
            </a:extLst>
          </p:cNvPr>
          <p:cNvSpPr/>
          <p:nvPr/>
        </p:nvSpPr>
        <p:spPr>
          <a:xfrm>
            <a:off x="5995698" y="677549"/>
            <a:ext cx="2057400" cy="2057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AB85B01E-B9E1-D920-64D9-CD1113BAEB90}"/>
              </a:ext>
            </a:extLst>
          </p:cNvPr>
          <p:cNvSpPr/>
          <p:nvPr/>
        </p:nvSpPr>
        <p:spPr>
          <a:xfrm>
            <a:off x="6695992" y="1530817"/>
            <a:ext cx="655825" cy="70158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611BFC67-0A9A-6309-C860-3590EAC8A83F}"/>
              </a:ext>
            </a:extLst>
          </p:cNvPr>
          <p:cNvSpPr/>
          <p:nvPr/>
        </p:nvSpPr>
        <p:spPr>
          <a:xfrm>
            <a:off x="6803034" y="1600975"/>
            <a:ext cx="404627" cy="45719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82AE6B67-3A94-08F5-B72B-3712A1D0B205}"/>
              </a:ext>
            </a:extLst>
          </p:cNvPr>
          <p:cNvSpPr/>
          <p:nvPr/>
        </p:nvSpPr>
        <p:spPr>
          <a:xfrm>
            <a:off x="6695991" y="1647211"/>
            <a:ext cx="655825" cy="70158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3BA5C51-7FB7-601A-BD2F-A835C8180CAB}"/>
              </a:ext>
            </a:extLst>
          </p:cNvPr>
          <p:cNvSpPr/>
          <p:nvPr/>
        </p:nvSpPr>
        <p:spPr>
          <a:xfrm>
            <a:off x="4249130" y="3017520"/>
            <a:ext cx="1613479" cy="364175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Diamond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B736A88-7CF4-2DC9-17A5-51D6AEFE70B6}"/>
              </a:ext>
            </a:extLst>
          </p:cNvPr>
          <p:cNvCxnSpPr/>
          <p:nvPr/>
        </p:nvCxnSpPr>
        <p:spPr>
          <a:xfrm>
            <a:off x="5330084" y="1161642"/>
            <a:ext cx="1348480" cy="464045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44288BB-4650-0B6E-B5AA-01B95173F6D4}"/>
              </a:ext>
            </a:extLst>
          </p:cNvPr>
          <p:cNvSpPr txBox="1"/>
          <p:nvPr/>
        </p:nvSpPr>
        <p:spPr>
          <a:xfrm>
            <a:off x="4038411" y="762369"/>
            <a:ext cx="16899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Van Der Waals</a:t>
            </a:r>
          </a:p>
          <a:p>
            <a:pPr algn="ctr"/>
            <a:r>
              <a:rPr lang="en-US" b="1" dirty="0"/>
              <a:t>Material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FB87001-2DD1-E307-5D73-D2A00585BDEA}"/>
              </a:ext>
            </a:extLst>
          </p:cNvPr>
          <p:cNvCxnSpPr>
            <a:cxnSpLocks/>
          </p:cNvCxnSpPr>
          <p:nvPr/>
        </p:nvCxnSpPr>
        <p:spPr>
          <a:xfrm flipV="1">
            <a:off x="7402326" y="1478266"/>
            <a:ext cx="208302" cy="5867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8B79B382-6129-79C2-62BF-0779F96A309B}"/>
              </a:ext>
            </a:extLst>
          </p:cNvPr>
          <p:cNvSpPr txBox="1"/>
          <p:nvPr/>
        </p:nvSpPr>
        <p:spPr>
          <a:xfrm>
            <a:off x="6695991" y="2029616"/>
            <a:ext cx="11946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/>
              <a:t>Polycarbonate</a:t>
            </a:r>
          </a:p>
          <a:p>
            <a:pPr algn="ctr"/>
            <a:r>
              <a:rPr lang="en-US" sz="1200" b="1" dirty="0"/>
              <a:t>Film</a:t>
            </a:r>
          </a:p>
        </p:txBody>
      </p:sp>
    </p:spTree>
    <p:extLst>
      <p:ext uri="{BB962C8B-B14F-4D97-AF65-F5344CB8AC3E}">
        <p14:creationId xmlns:p14="http://schemas.microsoft.com/office/powerpoint/2010/main" val="37761229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C3461C4-287C-C7FE-2939-E6B6DA5F7B95}"/>
              </a:ext>
            </a:extLst>
          </p:cNvPr>
          <p:cNvSpPr/>
          <p:nvPr/>
        </p:nvSpPr>
        <p:spPr>
          <a:xfrm>
            <a:off x="1308100" y="1397000"/>
            <a:ext cx="6172200" cy="920750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009435E-A17C-65D8-5D1C-5FA6C723691A}"/>
              </a:ext>
            </a:extLst>
          </p:cNvPr>
          <p:cNvCxnSpPr/>
          <p:nvPr/>
        </p:nvCxnSpPr>
        <p:spPr>
          <a:xfrm>
            <a:off x="2324100" y="1397000"/>
            <a:ext cx="0" cy="9271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38515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1728</TotalTime>
  <Words>37</Words>
  <Application>Microsoft Office PowerPoint</Application>
  <PresentationFormat>Widescreen</PresentationFormat>
  <Paragraphs>23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Avenir Next LT Pro Demi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Jeff Ahlers</dc:creator>
  <cp:lastModifiedBy>Jeff Ahlers</cp:lastModifiedBy>
  <cp:revision>3</cp:revision>
  <dcterms:created xsi:type="dcterms:W3CDTF">2025-11-28T15:51:47Z</dcterms:created>
  <dcterms:modified xsi:type="dcterms:W3CDTF">2025-11-29T20:40:07Z</dcterms:modified>
</cp:coreProperties>
</file>