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0" autoAdjust="0"/>
    <p:restoredTop sz="94660"/>
  </p:normalViewPr>
  <p:slideViewPr>
    <p:cSldViewPr snapToGrid="0">
      <p:cViewPr>
        <p:scale>
          <a:sx n="200" d="100"/>
          <a:sy n="200" d="100"/>
        </p:scale>
        <p:origin x="-798" y="-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C668-0213-4824-9964-B3D77854CB2A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A0845-51DA-4692-A5D9-DD9B9042D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4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A0845-51DA-4692-A5D9-DD9B9042D7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997B-4974-5235-2A0C-584BACC77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2FC89-779E-3A38-20D8-8765EDA84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D7A3A-911D-81E8-9185-1C8E7601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8476-D286-42A9-2FE1-52A6273E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AA5E-9FD5-BFF1-CBC8-D34AADD1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9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2866-5D26-BA8B-D420-97467EB8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3444-50A2-5E2E-BBCF-C97A1C368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843E-B373-B104-A227-81D87452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C5C3-E24B-D4F1-E6AB-AD6AC395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8C82-693C-53D7-5D4B-ADFC2B4C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401B-73ED-009F-622D-C7678EE2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DEDF9-4BA6-ADF7-71B8-3F91421E1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0DC60-7E16-1E9C-FBFD-4EC5CA09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5576-BD62-BED5-B810-D349D984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0E46-DAAC-FAEF-7EFE-7CB8D914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58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F34C-1DEC-D170-EE04-06BF948F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80659-6C82-D84A-5FCA-5DABC52FA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F0B30-C036-0BA5-E945-F0A743D04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8F30F-93C7-29AA-7856-408A45D2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770C0-022A-7C97-4D9D-A4349A6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DAEC5-84C0-3488-BB5F-620B7167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6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BB90-2F53-9F2A-24C5-67FB2F8B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71982-A1E9-AF33-9E4A-49D28F868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945A9-78EE-3068-FC18-A0CEB0CC6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607A55-699A-C12C-9DE5-B550ED166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AEE5C9-3C34-467F-72E5-E233DF6B3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0DB130-4981-23D2-3260-62EF8337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6F6EF-DA71-9C4A-F03E-8AF57B66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17521-B1ED-775F-69F2-F73F6FB1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4066-BC64-C799-71FF-FD5AAEE7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E0AD9-F0F2-D08B-054D-5A54787E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38E3C-532A-9C8B-C2CC-9B7A585E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ADE51-1E07-6B98-E847-6655B2C0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4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76C27-20DA-59CB-81ED-1E1DE45B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83848-A3B8-660B-51E4-F352602F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03018-C15B-8342-1D5E-CF7C00E3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4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82E9-9727-3D10-87D6-EE14FCF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6B566-BC34-E712-E699-797290894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8DA2D-ECA4-6125-BCA9-3FD245637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A45F5-3760-594E-FAC5-C2FA1D7DA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3E21B-9C88-FD98-488B-6DBAFC8C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48C72-D6E5-50CA-0AB3-E2E34F55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1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1B4D-8173-57F5-AA5B-A6353B7A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2B4316-F222-118E-5C5F-32E01CD77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2045F-1B81-D6C4-838D-C83409425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B21C3-A289-F733-6DF2-0F1DD8771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8193D-ED31-BFCE-0AB7-80C2DC8C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88EFB-A7A5-A3D7-559A-B7AC0438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F442-26EE-1F9F-DDDD-574BE5B6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E10E-1F21-5F20-46F0-BBAB9A7E4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EC1FB-17E7-1952-A4D8-FDD9E544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74DC-8C81-E481-12DB-0FA9E8E6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6B6CA-F0D7-C32A-1425-47D9057C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1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0C8200-516E-C268-8A71-9D1C45FF8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B34BF-346E-B94C-24DC-03A0AADD1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2478-8FD8-CA86-3ADA-292044E3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1511C-D0BB-629A-D68D-7778229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73B2-627C-86E3-6E73-F38A2275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9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09801-32DC-C814-8335-AEDE392C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CBEFA-8446-3282-3AA4-95CAF80E3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2C7D-B74E-64BC-DDD9-E0ED601C2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BFA5C-099D-4031-9C66-7BDFE7A1DF4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61EB3-DB00-646C-E169-12E2981E3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73DB-EE3A-2778-25EA-4B2C933D1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3F62B-F881-4339-8B08-33B735711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9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D7E6CD-FD34-D381-774A-1AAACFCE3F34}"/>
              </a:ext>
            </a:extLst>
          </p:cNvPr>
          <p:cNvCxnSpPr>
            <a:cxnSpLocks/>
          </p:cNvCxnSpPr>
          <p:nvPr/>
        </p:nvCxnSpPr>
        <p:spPr>
          <a:xfrm flipV="1">
            <a:off x="0" y="2350336"/>
            <a:ext cx="7385050" cy="23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82C0B42-07A0-E652-A134-254C71D17EEA}"/>
              </a:ext>
            </a:extLst>
          </p:cNvPr>
          <p:cNvSpPr/>
          <p:nvPr/>
        </p:nvSpPr>
        <p:spPr>
          <a:xfrm>
            <a:off x="1242201" y="1984075"/>
            <a:ext cx="1043796" cy="3662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6ED91D-D1DC-DAB5-6751-848979B34B9B}"/>
              </a:ext>
            </a:extLst>
          </p:cNvPr>
          <p:cNvSpPr/>
          <p:nvPr/>
        </p:nvSpPr>
        <p:spPr>
          <a:xfrm>
            <a:off x="3709357" y="1984074"/>
            <a:ext cx="854015" cy="366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(</a:t>
            </a:r>
            <a:r>
              <a:rPr lang="el-GR" b="1" dirty="0"/>
              <a:t>π</a:t>
            </a:r>
            <a:r>
              <a:rPr lang="en-US" b="1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46831B-BDDF-8606-8505-677677D93BD9}"/>
              </a:ext>
            </a:extLst>
          </p:cNvPr>
          <p:cNvSpPr/>
          <p:nvPr/>
        </p:nvSpPr>
        <p:spPr>
          <a:xfrm>
            <a:off x="5733688" y="1984074"/>
            <a:ext cx="1098912" cy="3662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Readout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032BAA6-53EB-E358-D69C-DD9C98B2791D}"/>
              </a:ext>
            </a:extLst>
          </p:cNvPr>
          <p:cNvSpPr/>
          <p:nvPr/>
        </p:nvSpPr>
        <p:spPr>
          <a:xfrm rot="16200000">
            <a:off x="2903965" y="1253968"/>
            <a:ext cx="170174" cy="1285336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B7F86E7-C91A-EF6F-9A70-C38431A5CC2B}"/>
              </a:ext>
            </a:extLst>
          </p:cNvPr>
          <p:cNvSpPr/>
          <p:nvPr/>
        </p:nvSpPr>
        <p:spPr>
          <a:xfrm rot="16200000">
            <a:off x="5066314" y="1374740"/>
            <a:ext cx="170181" cy="1043796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F2911-C7B3-2539-F51C-16F16A542B57}"/>
              </a:ext>
            </a:extLst>
          </p:cNvPr>
          <p:cNvSpPr txBox="1"/>
          <p:nvPr/>
        </p:nvSpPr>
        <p:spPr>
          <a:xfrm>
            <a:off x="2678710" y="152730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Next LT Pro Demi" panose="020B0704020202020204" pitchFamily="34" charset="0"/>
              </a:rPr>
              <a:t>2 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EB91FD-2A5B-AD60-3BF4-EACB206AF53D}"/>
              </a:ext>
            </a:extLst>
          </p:cNvPr>
          <p:cNvSpPr txBox="1"/>
          <p:nvPr/>
        </p:nvSpPr>
        <p:spPr>
          <a:xfrm>
            <a:off x="4740874" y="152730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Next LT Pro Demi" panose="020B0704020202020204" pitchFamily="34" charset="0"/>
              </a:rPr>
              <a:t>1.5 us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3C7687C-1B07-93DB-6C5E-7A99D11A3A0C}"/>
              </a:ext>
            </a:extLst>
          </p:cNvPr>
          <p:cNvSpPr/>
          <p:nvPr/>
        </p:nvSpPr>
        <p:spPr>
          <a:xfrm>
            <a:off x="38039" y="1527303"/>
            <a:ext cx="1165343" cy="82303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/>
              <a:t>Usual T1 Sequence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C56C836-A306-BCAA-F2B3-9D3A7D15C9EC}"/>
              </a:ext>
            </a:extLst>
          </p:cNvPr>
          <p:cNvSpPr/>
          <p:nvPr/>
        </p:nvSpPr>
        <p:spPr>
          <a:xfrm rot="5400000">
            <a:off x="3924756" y="-274233"/>
            <a:ext cx="170174" cy="5535283"/>
          </a:xfrm>
          <a:prstGeom prst="righ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DAA9D9-D7AD-608E-996A-05DF457A0349}"/>
              </a:ext>
            </a:extLst>
          </p:cNvPr>
          <p:cNvSpPr txBox="1"/>
          <p:nvPr/>
        </p:nvSpPr>
        <p:spPr>
          <a:xfrm>
            <a:off x="2761712" y="2536619"/>
            <a:ext cx="2496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Next LT Pro Demi" panose="020B0704020202020204" pitchFamily="34" charset="0"/>
              </a:rPr>
              <a:t>‘Reference’ Sequence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57E805-87A6-8203-1230-84510F8B2130}"/>
              </a:ext>
            </a:extLst>
          </p:cNvPr>
          <p:cNvCxnSpPr>
            <a:cxnSpLocks/>
          </p:cNvCxnSpPr>
          <p:nvPr/>
        </p:nvCxnSpPr>
        <p:spPr>
          <a:xfrm flipV="1">
            <a:off x="0" y="4608628"/>
            <a:ext cx="7385050" cy="23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F5F7ABB-87AF-9E8C-D6AB-14354BFE918F}"/>
              </a:ext>
            </a:extLst>
          </p:cNvPr>
          <p:cNvSpPr/>
          <p:nvPr/>
        </p:nvSpPr>
        <p:spPr>
          <a:xfrm>
            <a:off x="258618" y="4242367"/>
            <a:ext cx="6696363" cy="36626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Weak 532 nm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133176-54B3-7CF1-D390-C43DC501F992}"/>
              </a:ext>
            </a:extLst>
          </p:cNvPr>
          <p:cNvCxnSpPr>
            <a:cxnSpLocks/>
          </p:cNvCxnSpPr>
          <p:nvPr/>
        </p:nvCxnSpPr>
        <p:spPr>
          <a:xfrm flipV="1">
            <a:off x="0" y="4150249"/>
            <a:ext cx="7385050" cy="23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07191B0-0094-3AC0-4CAC-5E51A974F360}"/>
              </a:ext>
            </a:extLst>
          </p:cNvPr>
          <p:cNvSpPr/>
          <p:nvPr/>
        </p:nvSpPr>
        <p:spPr>
          <a:xfrm>
            <a:off x="258618" y="3764436"/>
            <a:ext cx="6696363" cy="366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Microwave</a:t>
            </a:r>
          </a:p>
        </p:txBody>
      </p:sp>
    </p:spTree>
    <p:extLst>
      <p:ext uri="{BB962C8B-B14F-4D97-AF65-F5344CB8AC3E}">
        <p14:creationId xmlns:p14="http://schemas.microsoft.com/office/powerpoint/2010/main" val="394360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lowchart: Terminator 93">
            <a:extLst>
              <a:ext uri="{FF2B5EF4-FFF2-40B4-BE49-F238E27FC236}">
                <a16:creationId xmlns:a16="http://schemas.microsoft.com/office/drawing/2014/main" id="{6E41F2A5-A4C0-FB92-17A7-164B4D1C349D}"/>
              </a:ext>
            </a:extLst>
          </p:cNvPr>
          <p:cNvSpPr/>
          <p:nvPr/>
        </p:nvSpPr>
        <p:spPr>
          <a:xfrm>
            <a:off x="2502505" y="1489276"/>
            <a:ext cx="6958641" cy="1440414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Terminator 94">
            <a:extLst>
              <a:ext uri="{FF2B5EF4-FFF2-40B4-BE49-F238E27FC236}">
                <a16:creationId xmlns:a16="http://schemas.microsoft.com/office/drawing/2014/main" id="{1B3DFA2E-E6D5-DCDC-F6ED-40B6ECCB53E4}"/>
              </a:ext>
            </a:extLst>
          </p:cNvPr>
          <p:cNvSpPr/>
          <p:nvPr/>
        </p:nvSpPr>
        <p:spPr>
          <a:xfrm>
            <a:off x="2142453" y="1158546"/>
            <a:ext cx="7884543" cy="175330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Terminator 91">
            <a:extLst>
              <a:ext uri="{FF2B5EF4-FFF2-40B4-BE49-F238E27FC236}">
                <a16:creationId xmlns:a16="http://schemas.microsoft.com/office/drawing/2014/main" id="{3B9B9C0C-36E9-20D3-FB3F-4C6C4DFCC9F0}"/>
              </a:ext>
            </a:extLst>
          </p:cNvPr>
          <p:cNvSpPr/>
          <p:nvPr/>
        </p:nvSpPr>
        <p:spPr>
          <a:xfrm>
            <a:off x="2669000" y="1878528"/>
            <a:ext cx="6633713" cy="1052416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A25528B1-D864-3FAC-D0FD-E3179B060142}"/>
              </a:ext>
            </a:extLst>
          </p:cNvPr>
          <p:cNvSpPr/>
          <p:nvPr/>
        </p:nvSpPr>
        <p:spPr>
          <a:xfrm>
            <a:off x="2852797" y="2314162"/>
            <a:ext cx="6254151" cy="61106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750FC-E908-E50C-657D-94062999A2EF}"/>
              </a:ext>
            </a:extLst>
          </p:cNvPr>
          <p:cNvSpPr/>
          <p:nvPr/>
        </p:nvSpPr>
        <p:spPr>
          <a:xfrm>
            <a:off x="1354347" y="2995765"/>
            <a:ext cx="9307900" cy="1982635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Terminator 76">
            <a:extLst>
              <a:ext uri="{FF2B5EF4-FFF2-40B4-BE49-F238E27FC236}">
                <a16:creationId xmlns:a16="http://schemas.microsoft.com/office/drawing/2014/main" id="{FF6E7797-54B6-88B2-43BE-CBD258422E95}"/>
              </a:ext>
            </a:extLst>
          </p:cNvPr>
          <p:cNvSpPr/>
          <p:nvPr/>
        </p:nvSpPr>
        <p:spPr>
          <a:xfrm>
            <a:off x="2539043" y="2918612"/>
            <a:ext cx="6958641" cy="1440414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Terminator 78">
            <a:extLst>
              <a:ext uri="{FF2B5EF4-FFF2-40B4-BE49-F238E27FC236}">
                <a16:creationId xmlns:a16="http://schemas.microsoft.com/office/drawing/2014/main" id="{95EA39CF-618E-0D30-1381-B7861B243E9C}"/>
              </a:ext>
            </a:extLst>
          </p:cNvPr>
          <p:cNvSpPr/>
          <p:nvPr/>
        </p:nvSpPr>
        <p:spPr>
          <a:xfrm>
            <a:off x="2113470" y="2935922"/>
            <a:ext cx="7884543" cy="175330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Terminator 79">
            <a:extLst>
              <a:ext uri="{FF2B5EF4-FFF2-40B4-BE49-F238E27FC236}">
                <a16:creationId xmlns:a16="http://schemas.microsoft.com/office/drawing/2014/main" id="{E1D3D5DB-003C-E05C-7183-33DEA71EFF6D}"/>
              </a:ext>
            </a:extLst>
          </p:cNvPr>
          <p:cNvSpPr/>
          <p:nvPr/>
        </p:nvSpPr>
        <p:spPr>
          <a:xfrm>
            <a:off x="2700068" y="2915738"/>
            <a:ext cx="6633713" cy="1052416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lowchart: Terminator 80">
            <a:extLst>
              <a:ext uri="{FF2B5EF4-FFF2-40B4-BE49-F238E27FC236}">
                <a16:creationId xmlns:a16="http://schemas.microsoft.com/office/drawing/2014/main" id="{58A84F6F-BA35-BF59-8529-7B6F0D494CF1}"/>
              </a:ext>
            </a:extLst>
          </p:cNvPr>
          <p:cNvSpPr/>
          <p:nvPr/>
        </p:nvSpPr>
        <p:spPr>
          <a:xfrm>
            <a:off x="2898476" y="2929616"/>
            <a:ext cx="6254151" cy="61106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86E200-CF97-7E36-0DF0-FB8BFB1C9E79}"/>
              </a:ext>
            </a:extLst>
          </p:cNvPr>
          <p:cNvSpPr/>
          <p:nvPr/>
        </p:nvSpPr>
        <p:spPr>
          <a:xfrm>
            <a:off x="4452380" y="2642705"/>
            <a:ext cx="4091940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7D56D9-C11F-76DF-D4FA-A8BC1AFDFE46}"/>
              </a:ext>
            </a:extLst>
          </p:cNvPr>
          <p:cNvSpPr/>
          <p:nvPr/>
        </p:nvSpPr>
        <p:spPr>
          <a:xfrm>
            <a:off x="4453462" y="2483464"/>
            <a:ext cx="4091940" cy="165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656B511-046D-A5C4-7BEB-D3C49B89ABD1}"/>
              </a:ext>
            </a:extLst>
          </p:cNvPr>
          <p:cNvCxnSpPr>
            <a:cxnSpLocks/>
          </p:cNvCxnSpPr>
          <p:nvPr/>
        </p:nvCxnSpPr>
        <p:spPr>
          <a:xfrm>
            <a:off x="4507382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B97F42F-E3AA-E9E8-8001-410D7181C847}"/>
              </a:ext>
            </a:extLst>
          </p:cNvPr>
          <p:cNvCxnSpPr>
            <a:cxnSpLocks/>
          </p:cNvCxnSpPr>
          <p:nvPr/>
        </p:nvCxnSpPr>
        <p:spPr>
          <a:xfrm>
            <a:off x="5172290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911C329-1D14-ED3B-B2B1-49D53165320E}"/>
              </a:ext>
            </a:extLst>
          </p:cNvPr>
          <p:cNvCxnSpPr>
            <a:cxnSpLocks/>
          </p:cNvCxnSpPr>
          <p:nvPr/>
        </p:nvCxnSpPr>
        <p:spPr>
          <a:xfrm>
            <a:off x="5881905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9D02768-52F2-0B83-A3F8-7B69F35D65EB}"/>
              </a:ext>
            </a:extLst>
          </p:cNvPr>
          <p:cNvCxnSpPr>
            <a:cxnSpLocks/>
          </p:cNvCxnSpPr>
          <p:nvPr/>
        </p:nvCxnSpPr>
        <p:spPr>
          <a:xfrm>
            <a:off x="6583191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A62B928-58A9-D29E-F21C-9972DC55197D}"/>
              </a:ext>
            </a:extLst>
          </p:cNvPr>
          <p:cNvCxnSpPr>
            <a:cxnSpLocks/>
          </p:cNvCxnSpPr>
          <p:nvPr/>
        </p:nvCxnSpPr>
        <p:spPr>
          <a:xfrm>
            <a:off x="7275586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E59550B-033C-4999-1D0E-0F7230DA4843}"/>
              </a:ext>
            </a:extLst>
          </p:cNvPr>
          <p:cNvCxnSpPr>
            <a:cxnSpLocks/>
          </p:cNvCxnSpPr>
          <p:nvPr/>
        </p:nvCxnSpPr>
        <p:spPr>
          <a:xfrm>
            <a:off x="7941388" y="2727795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E765317-816D-8E94-11CC-1D83078E8513}"/>
              </a:ext>
            </a:extLst>
          </p:cNvPr>
          <p:cNvCxnSpPr>
            <a:cxnSpLocks/>
          </p:cNvCxnSpPr>
          <p:nvPr/>
        </p:nvCxnSpPr>
        <p:spPr>
          <a:xfrm flipH="1">
            <a:off x="7901381" y="2570633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2D1EDE3-6B6F-F949-04CB-9C827AF8B500}"/>
              </a:ext>
            </a:extLst>
          </p:cNvPr>
          <p:cNvCxnSpPr>
            <a:cxnSpLocks/>
          </p:cNvCxnSpPr>
          <p:nvPr/>
        </p:nvCxnSpPr>
        <p:spPr>
          <a:xfrm flipH="1">
            <a:off x="7181360" y="2570633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0631D73-6CBF-97CB-7F68-4EDB7A2E3154}"/>
              </a:ext>
            </a:extLst>
          </p:cNvPr>
          <p:cNvCxnSpPr>
            <a:cxnSpLocks/>
          </p:cNvCxnSpPr>
          <p:nvPr/>
        </p:nvCxnSpPr>
        <p:spPr>
          <a:xfrm flipH="1">
            <a:off x="6535972" y="256618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92E1848-979B-0708-4768-69F970FBED28}"/>
              </a:ext>
            </a:extLst>
          </p:cNvPr>
          <p:cNvCxnSpPr>
            <a:cxnSpLocks/>
          </p:cNvCxnSpPr>
          <p:nvPr/>
        </p:nvCxnSpPr>
        <p:spPr>
          <a:xfrm flipH="1">
            <a:off x="5857387" y="256618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176445-5995-7869-AD9D-593F28539C76}"/>
              </a:ext>
            </a:extLst>
          </p:cNvPr>
          <p:cNvCxnSpPr>
            <a:cxnSpLocks/>
          </p:cNvCxnSpPr>
          <p:nvPr/>
        </p:nvCxnSpPr>
        <p:spPr>
          <a:xfrm flipH="1">
            <a:off x="5192976" y="256618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024BAC-CF01-FC59-C563-9C6CF8DCFFCB}"/>
              </a:ext>
            </a:extLst>
          </p:cNvPr>
          <p:cNvCxnSpPr>
            <a:cxnSpLocks/>
          </p:cNvCxnSpPr>
          <p:nvPr/>
        </p:nvCxnSpPr>
        <p:spPr>
          <a:xfrm flipH="1">
            <a:off x="4507382" y="256618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F3060-3FA0-7B66-5DB4-6434B2CF1A49}"/>
              </a:ext>
            </a:extLst>
          </p:cNvPr>
          <p:cNvSpPr/>
          <p:nvPr/>
        </p:nvSpPr>
        <p:spPr>
          <a:xfrm>
            <a:off x="3359415" y="2802725"/>
            <a:ext cx="5184905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CB19D42-5671-9361-D154-116F03E03CAA}"/>
              </a:ext>
            </a:extLst>
          </p:cNvPr>
          <p:cNvCxnSpPr>
            <a:cxnSpLocks/>
          </p:cNvCxnSpPr>
          <p:nvPr/>
        </p:nvCxnSpPr>
        <p:spPr>
          <a:xfrm flipH="1">
            <a:off x="3465273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D54BF63-5ACE-66D6-0B08-D12EB862B5ED}"/>
              </a:ext>
            </a:extLst>
          </p:cNvPr>
          <p:cNvCxnSpPr>
            <a:cxnSpLocks/>
          </p:cNvCxnSpPr>
          <p:nvPr/>
        </p:nvCxnSpPr>
        <p:spPr>
          <a:xfrm flipH="1">
            <a:off x="4206391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2A6BD5B-1D99-839D-E4FF-F114A8FE6322}"/>
              </a:ext>
            </a:extLst>
          </p:cNvPr>
          <p:cNvCxnSpPr>
            <a:cxnSpLocks/>
          </p:cNvCxnSpPr>
          <p:nvPr/>
        </p:nvCxnSpPr>
        <p:spPr>
          <a:xfrm flipH="1">
            <a:off x="4928382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992E76A-6112-9D07-BD78-AACD105C3878}"/>
              </a:ext>
            </a:extLst>
          </p:cNvPr>
          <p:cNvCxnSpPr>
            <a:cxnSpLocks/>
          </p:cNvCxnSpPr>
          <p:nvPr/>
        </p:nvCxnSpPr>
        <p:spPr>
          <a:xfrm flipH="1">
            <a:off x="5681168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9911867-4896-E3FC-4CB6-8B5707B98826}"/>
              </a:ext>
            </a:extLst>
          </p:cNvPr>
          <p:cNvCxnSpPr>
            <a:cxnSpLocks/>
          </p:cNvCxnSpPr>
          <p:nvPr/>
        </p:nvCxnSpPr>
        <p:spPr>
          <a:xfrm flipH="1">
            <a:off x="6443174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004AF36-20CB-7B0D-B9F5-DD426A2F3C4C}"/>
              </a:ext>
            </a:extLst>
          </p:cNvPr>
          <p:cNvCxnSpPr>
            <a:cxnSpLocks/>
          </p:cNvCxnSpPr>
          <p:nvPr/>
        </p:nvCxnSpPr>
        <p:spPr>
          <a:xfrm flipH="1">
            <a:off x="7181360" y="2913532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5F64F83-1FBB-E521-A15D-8067071CC193}"/>
              </a:ext>
            </a:extLst>
          </p:cNvPr>
          <p:cNvCxnSpPr>
            <a:cxnSpLocks/>
          </p:cNvCxnSpPr>
          <p:nvPr/>
        </p:nvCxnSpPr>
        <p:spPr>
          <a:xfrm flipH="1">
            <a:off x="7901381" y="2908770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AAEAAA50-B039-AEE7-27F5-CD407195A665}"/>
              </a:ext>
            </a:extLst>
          </p:cNvPr>
          <p:cNvSpPr txBox="1"/>
          <p:nvPr/>
        </p:nvSpPr>
        <p:spPr>
          <a:xfrm>
            <a:off x="1286151" y="4648665"/>
            <a:ext cx="207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Diamond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49D9D7-D650-D5E6-2947-380C022F3F74}"/>
              </a:ext>
            </a:extLst>
          </p:cNvPr>
          <p:cNvGrpSpPr/>
          <p:nvPr/>
        </p:nvGrpSpPr>
        <p:grpSpPr>
          <a:xfrm>
            <a:off x="3285489" y="3647902"/>
            <a:ext cx="359568" cy="466725"/>
            <a:chOff x="2652713" y="4174331"/>
            <a:chExt cx="359568" cy="4667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E2000EE-F2C4-984F-3D97-BE58AA52853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9F60D41-F91A-A824-A047-EB6966E6B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48297E-6258-AB62-5232-1F7434A847A7}"/>
              </a:ext>
            </a:extLst>
          </p:cNvPr>
          <p:cNvGrpSpPr/>
          <p:nvPr/>
        </p:nvGrpSpPr>
        <p:grpSpPr>
          <a:xfrm>
            <a:off x="2306312" y="3624595"/>
            <a:ext cx="359568" cy="466725"/>
            <a:chOff x="2652713" y="4174331"/>
            <a:chExt cx="359568" cy="4667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9AF9FB9-ACDA-888A-E8FD-B6E3231CCED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AC287FB-80FA-3288-B299-4C2290A42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7BEA66-6A58-7E48-422E-D3A4E7837D5B}"/>
              </a:ext>
            </a:extLst>
          </p:cNvPr>
          <p:cNvGrpSpPr/>
          <p:nvPr/>
        </p:nvGrpSpPr>
        <p:grpSpPr>
          <a:xfrm>
            <a:off x="2949779" y="3628494"/>
            <a:ext cx="359568" cy="466725"/>
            <a:chOff x="2652713" y="4174331"/>
            <a:chExt cx="359568" cy="46672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75EE9C7-7D7D-3658-92D3-88FC07D6DD2B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80AF5D5-49D6-7F07-10E3-56045EA05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0F6AA8-8A6E-ED89-C0DA-C69F1CF88CC4}"/>
              </a:ext>
            </a:extLst>
          </p:cNvPr>
          <p:cNvGrpSpPr/>
          <p:nvPr/>
        </p:nvGrpSpPr>
        <p:grpSpPr>
          <a:xfrm>
            <a:off x="2634333" y="3626803"/>
            <a:ext cx="359568" cy="466725"/>
            <a:chOff x="2652713" y="4174331"/>
            <a:chExt cx="359568" cy="46672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C246218-2BEC-C7C9-4AA6-65B99B29DE5C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A8503A-792F-B09C-8C57-F474D011F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FDD285-BBC2-C6FF-7A60-C5C1B4CCF92A}"/>
              </a:ext>
            </a:extLst>
          </p:cNvPr>
          <p:cNvGrpSpPr/>
          <p:nvPr/>
        </p:nvGrpSpPr>
        <p:grpSpPr>
          <a:xfrm>
            <a:off x="4562314" y="3657535"/>
            <a:ext cx="359568" cy="466725"/>
            <a:chOff x="2652713" y="4174331"/>
            <a:chExt cx="359568" cy="46672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AA53FC7-634B-B211-F427-D48C29BCE6AB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C642338-57F2-54AE-F069-22EF1DCEC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D5E3BB-8130-FCA0-ABE1-676435F00363}"/>
              </a:ext>
            </a:extLst>
          </p:cNvPr>
          <p:cNvGrpSpPr/>
          <p:nvPr/>
        </p:nvGrpSpPr>
        <p:grpSpPr>
          <a:xfrm>
            <a:off x="4226604" y="3644390"/>
            <a:ext cx="359568" cy="466725"/>
            <a:chOff x="2652713" y="4174331"/>
            <a:chExt cx="359568" cy="46672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6FA76B5-0816-8C56-C60F-7E2836916F9D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9FC5BCE-CF98-92A8-F994-99427071F1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86719D-912D-E47C-C388-9E17AE399150}"/>
              </a:ext>
            </a:extLst>
          </p:cNvPr>
          <p:cNvGrpSpPr/>
          <p:nvPr/>
        </p:nvGrpSpPr>
        <p:grpSpPr>
          <a:xfrm>
            <a:off x="3583137" y="3646754"/>
            <a:ext cx="359568" cy="466725"/>
            <a:chOff x="2652713" y="4174331"/>
            <a:chExt cx="359568" cy="46672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018E303-869B-C6FA-6113-9A3D5064E78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A51892-1F2A-AC6D-92AE-89192A080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A5C54D-052B-523E-17C4-CEE0864987E8}"/>
              </a:ext>
            </a:extLst>
          </p:cNvPr>
          <p:cNvGrpSpPr/>
          <p:nvPr/>
        </p:nvGrpSpPr>
        <p:grpSpPr>
          <a:xfrm>
            <a:off x="3911158" y="3642699"/>
            <a:ext cx="359568" cy="466725"/>
            <a:chOff x="2652713" y="4174331"/>
            <a:chExt cx="359568" cy="46672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2259CE1-E70C-F0FD-FB0C-8DA79B82AA75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CF28A4F-4C9B-D0A2-CDFE-E82C5D270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DA135D-913C-9A13-EBC7-1C7BD852DFB6}"/>
              </a:ext>
            </a:extLst>
          </p:cNvPr>
          <p:cNvGrpSpPr/>
          <p:nvPr/>
        </p:nvGrpSpPr>
        <p:grpSpPr>
          <a:xfrm>
            <a:off x="5858891" y="3662714"/>
            <a:ext cx="359568" cy="466725"/>
            <a:chOff x="2652713" y="4174331"/>
            <a:chExt cx="359568" cy="46672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68C5CE5-70FB-422F-3A2D-0D0CC7FA72B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4F53A84-CFAD-E0AA-4FC1-3417A899E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28A83B8-4E21-C4BC-57C0-A6823378D3A0}"/>
              </a:ext>
            </a:extLst>
          </p:cNvPr>
          <p:cNvGrpSpPr/>
          <p:nvPr/>
        </p:nvGrpSpPr>
        <p:grpSpPr>
          <a:xfrm>
            <a:off x="5523181" y="3649569"/>
            <a:ext cx="359568" cy="466725"/>
            <a:chOff x="2652713" y="4174331"/>
            <a:chExt cx="359568" cy="46672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2E8D64F-596B-74D0-C668-FD33B8C4EBD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9ACB1AB-B86D-4DBE-1811-9582DC9C5B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1AD6662-77F2-F378-1E48-77035BB462D1}"/>
              </a:ext>
            </a:extLst>
          </p:cNvPr>
          <p:cNvGrpSpPr/>
          <p:nvPr/>
        </p:nvGrpSpPr>
        <p:grpSpPr>
          <a:xfrm>
            <a:off x="4879714" y="3651933"/>
            <a:ext cx="359568" cy="466725"/>
            <a:chOff x="2652713" y="4174331"/>
            <a:chExt cx="359568" cy="466725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6E37819-42D3-77A0-BD22-4A3EFE6CDC03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BC55A8B-5670-8298-E47A-B57903A89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30FD8FC-4B70-B140-6718-38CE993241BD}"/>
              </a:ext>
            </a:extLst>
          </p:cNvPr>
          <p:cNvGrpSpPr/>
          <p:nvPr/>
        </p:nvGrpSpPr>
        <p:grpSpPr>
          <a:xfrm>
            <a:off x="5207735" y="3647878"/>
            <a:ext cx="359568" cy="466725"/>
            <a:chOff x="2652713" y="4174331"/>
            <a:chExt cx="359568" cy="46672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B9DEAFB-25B2-6B9F-A1C5-9B823A375FB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388C6241-F9D1-43C8-F53F-082305179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BC67CBB-DF93-25A1-FEB4-8395133BF907}"/>
              </a:ext>
            </a:extLst>
          </p:cNvPr>
          <p:cNvGrpSpPr/>
          <p:nvPr/>
        </p:nvGrpSpPr>
        <p:grpSpPr>
          <a:xfrm>
            <a:off x="7135716" y="3659821"/>
            <a:ext cx="359568" cy="466725"/>
            <a:chOff x="2652713" y="4174331"/>
            <a:chExt cx="359568" cy="466725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AB3F591-1BD1-1263-DD5D-2349984B05AB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20907C5-2B62-3819-3652-54DCE39467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0AFE147-E858-6CBE-E6B7-D6A6312B5A53}"/>
              </a:ext>
            </a:extLst>
          </p:cNvPr>
          <p:cNvGrpSpPr/>
          <p:nvPr/>
        </p:nvGrpSpPr>
        <p:grpSpPr>
          <a:xfrm>
            <a:off x="6800006" y="3659202"/>
            <a:ext cx="359568" cy="466725"/>
            <a:chOff x="2652713" y="4174331"/>
            <a:chExt cx="359568" cy="466725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D2BA6FB-38D4-51E0-0CA8-9CE41FC4A088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C5BB7FF-CACA-7ECE-7535-E941916DFF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92A7856-9AA7-7055-F895-D44243024B85}"/>
              </a:ext>
            </a:extLst>
          </p:cNvPr>
          <p:cNvGrpSpPr/>
          <p:nvPr/>
        </p:nvGrpSpPr>
        <p:grpSpPr>
          <a:xfrm>
            <a:off x="6156539" y="3661566"/>
            <a:ext cx="359568" cy="466725"/>
            <a:chOff x="2652713" y="4174331"/>
            <a:chExt cx="359568" cy="466725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2E61A66-A41B-5A74-E009-3BC27F89580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07031B3-5531-1506-09B0-07C78E04A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37131B6-6747-E600-FBC1-3E3A2EFFBD9E}"/>
              </a:ext>
            </a:extLst>
          </p:cNvPr>
          <p:cNvGrpSpPr/>
          <p:nvPr/>
        </p:nvGrpSpPr>
        <p:grpSpPr>
          <a:xfrm>
            <a:off x="6484560" y="3657511"/>
            <a:ext cx="359568" cy="466725"/>
            <a:chOff x="2652713" y="4174331"/>
            <a:chExt cx="359568" cy="466725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AF64B3C-6DC9-8A34-CE77-AC9168F7F923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6440FBFB-81C9-334E-18EF-0162D430C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4D621E9-1F43-E13A-167B-A0364A8BC6BB}"/>
              </a:ext>
            </a:extLst>
          </p:cNvPr>
          <p:cNvGrpSpPr/>
          <p:nvPr/>
        </p:nvGrpSpPr>
        <p:grpSpPr>
          <a:xfrm>
            <a:off x="8112223" y="3678741"/>
            <a:ext cx="359568" cy="466725"/>
            <a:chOff x="2652713" y="4174331"/>
            <a:chExt cx="359568" cy="466725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BEAB3E4-6109-11B2-7A1A-6D6530D0F34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E174096D-048B-7F0F-4915-B3D7E090E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1EA1B2D-E89A-C493-1353-20DBC2E3CA23}"/>
              </a:ext>
            </a:extLst>
          </p:cNvPr>
          <p:cNvGrpSpPr/>
          <p:nvPr/>
        </p:nvGrpSpPr>
        <p:grpSpPr>
          <a:xfrm>
            <a:off x="7776513" y="3665596"/>
            <a:ext cx="359568" cy="466725"/>
            <a:chOff x="2652713" y="4174331"/>
            <a:chExt cx="359568" cy="466725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A75B9F2D-78AD-BC44-8DA9-3E044ACEB599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EEAE636-CA21-CC33-2B47-132DE6C25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80FFB98-4558-CBE6-4AA0-16526F20304F}"/>
              </a:ext>
            </a:extLst>
          </p:cNvPr>
          <p:cNvGrpSpPr/>
          <p:nvPr/>
        </p:nvGrpSpPr>
        <p:grpSpPr>
          <a:xfrm>
            <a:off x="7461067" y="3663905"/>
            <a:ext cx="359568" cy="466725"/>
            <a:chOff x="2652713" y="4174331"/>
            <a:chExt cx="359568" cy="466725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843FABA-EB04-8630-FBEB-9A547A579F13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E61F2D38-CFAB-026D-E201-41A64BE35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4D6ECBB-2D81-9253-C3E2-825012D0A9F3}"/>
              </a:ext>
            </a:extLst>
          </p:cNvPr>
          <p:cNvGrpSpPr/>
          <p:nvPr/>
        </p:nvGrpSpPr>
        <p:grpSpPr>
          <a:xfrm>
            <a:off x="9408800" y="3683920"/>
            <a:ext cx="359568" cy="466725"/>
            <a:chOff x="2652713" y="4174331"/>
            <a:chExt cx="359568" cy="466725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F18CAAB-E865-B281-99B9-F5D1C6DB6C66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C9D13D3F-A90D-4059-0380-73206B08E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D0074CD-3778-E061-0DD2-59BD805385F9}"/>
              </a:ext>
            </a:extLst>
          </p:cNvPr>
          <p:cNvGrpSpPr/>
          <p:nvPr/>
        </p:nvGrpSpPr>
        <p:grpSpPr>
          <a:xfrm>
            <a:off x="9073090" y="3670775"/>
            <a:ext cx="359568" cy="466725"/>
            <a:chOff x="2652713" y="4174331"/>
            <a:chExt cx="359568" cy="466725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DD66748-2C37-3E43-A466-0A2153A7CB18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F341597-6A85-BA0B-08F6-93FCE0E7E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5F36067-642F-9F8E-59BD-61B954D79E02}"/>
              </a:ext>
            </a:extLst>
          </p:cNvPr>
          <p:cNvGrpSpPr/>
          <p:nvPr/>
        </p:nvGrpSpPr>
        <p:grpSpPr>
          <a:xfrm>
            <a:off x="8429623" y="3673139"/>
            <a:ext cx="359568" cy="466725"/>
            <a:chOff x="2652713" y="4174331"/>
            <a:chExt cx="359568" cy="466725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F8D275B-238A-97C3-368C-C1D505137FCC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6209A4D0-1AA2-1633-13F8-F5815C173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A53F1AF-598B-B326-9AB8-C9172B301091}"/>
              </a:ext>
            </a:extLst>
          </p:cNvPr>
          <p:cNvGrpSpPr/>
          <p:nvPr/>
        </p:nvGrpSpPr>
        <p:grpSpPr>
          <a:xfrm>
            <a:off x="8757644" y="3669084"/>
            <a:ext cx="359568" cy="466725"/>
            <a:chOff x="2652713" y="4174331"/>
            <a:chExt cx="359568" cy="466725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7606FFF-3407-3166-2135-7A2860F3FB1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1D080B60-2E8F-80B2-8571-C118871E4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5782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5BFD-D8D0-BABF-BE0F-1E935A89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B36C9C-AC37-D971-A983-A991300E3347}"/>
              </a:ext>
            </a:extLst>
          </p:cNvPr>
          <p:cNvSpPr/>
          <p:nvPr/>
        </p:nvSpPr>
        <p:spPr>
          <a:xfrm>
            <a:off x="1196107" y="1995101"/>
            <a:ext cx="9307900" cy="2024449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B2A2DC-B16D-3DCF-F0F5-056DBD6DAC07}"/>
              </a:ext>
            </a:extLst>
          </p:cNvPr>
          <p:cNvSpPr/>
          <p:nvPr/>
        </p:nvSpPr>
        <p:spPr>
          <a:xfrm>
            <a:off x="4279852" y="1642041"/>
            <a:ext cx="4091940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7DB7E-06AF-92FD-4A09-B0AA1D275071}"/>
              </a:ext>
            </a:extLst>
          </p:cNvPr>
          <p:cNvSpPr/>
          <p:nvPr/>
        </p:nvSpPr>
        <p:spPr>
          <a:xfrm>
            <a:off x="4280934" y="1482800"/>
            <a:ext cx="4091940" cy="165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AE4193F-9C0C-B049-9B3D-C20BFDB69EAE}"/>
              </a:ext>
            </a:extLst>
          </p:cNvPr>
          <p:cNvCxnSpPr>
            <a:cxnSpLocks/>
          </p:cNvCxnSpPr>
          <p:nvPr/>
        </p:nvCxnSpPr>
        <p:spPr>
          <a:xfrm>
            <a:off x="4334854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31AF53C-F02C-5CF1-1DB7-D01EB218045F}"/>
              </a:ext>
            </a:extLst>
          </p:cNvPr>
          <p:cNvCxnSpPr>
            <a:cxnSpLocks/>
          </p:cNvCxnSpPr>
          <p:nvPr/>
        </p:nvCxnSpPr>
        <p:spPr>
          <a:xfrm>
            <a:off x="4999762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B63F57-6EE6-C9C3-1C55-DDFB520691C0}"/>
              </a:ext>
            </a:extLst>
          </p:cNvPr>
          <p:cNvCxnSpPr>
            <a:cxnSpLocks/>
          </p:cNvCxnSpPr>
          <p:nvPr/>
        </p:nvCxnSpPr>
        <p:spPr>
          <a:xfrm>
            <a:off x="5709377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2EEF71C-70B0-DB38-6AAF-F4E2C6B6AAAA}"/>
              </a:ext>
            </a:extLst>
          </p:cNvPr>
          <p:cNvCxnSpPr>
            <a:cxnSpLocks/>
          </p:cNvCxnSpPr>
          <p:nvPr/>
        </p:nvCxnSpPr>
        <p:spPr>
          <a:xfrm>
            <a:off x="6410663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BCD2EA6-D86C-474B-7AFC-D2764EDDD0B0}"/>
              </a:ext>
            </a:extLst>
          </p:cNvPr>
          <p:cNvCxnSpPr>
            <a:cxnSpLocks/>
          </p:cNvCxnSpPr>
          <p:nvPr/>
        </p:nvCxnSpPr>
        <p:spPr>
          <a:xfrm>
            <a:off x="7103058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B3F723E-9E6F-1451-0D84-B694D37E26AA}"/>
              </a:ext>
            </a:extLst>
          </p:cNvPr>
          <p:cNvCxnSpPr>
            <a:cxnSpLocks/>
          </p:cNvCxnSpPr>
          <p:nvPr/>
        </p:nvCxnSpPr>
        <p:spPr>
          <a:xfrm>
            <a:off x="7768860" y="1727131"/>
            <a:ext cx="56959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0F29D28-97A2-AF17-AE56-D6316C09940D}"/>
              </a:ext>
            </a:extLst>
          </p:cNvPr>
          <p:cNvCxnSpPr>
            <a:cxnSpLocks/>
          </p:cNvCxnSpPr>
          <p:nvPr/>
        </p:nvCxnSpPr>
        <p:spPr>
          <a:xfrm flipH="1">
            <a:off x="7728853" y="1569969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9A861BD-C6D5-3DB4-70EC-1894CE5D671F}"/>
              </a:ext>
            </a:extLst>
          </p:cNvPr>
          <p:cNvCxnSpPr>
            <a:cxnSpLocks/>
          </p:cNvCxnSpPr>
          <p:nvPr/>
        </p:nvCxnSpPr>
        <p:spPr>
          <a:xfrm flipH="1">
            <a:off x="7008832" y="1569969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F26128A-01AC-87A6-7CAD-FF4E09DBB4A3}"/>
              </a:ext>
            </a:extLst>
          </p:cNvPr>
          <p:cNvCxnSpPr>
            <a:cxnSpLocks/>
          </p:cNvCxnSpPr>
          <p:nvPr/>
        </p:nvCxnSpPr>
        <p:spPr>
          <a:xfrm flipH="1">
            <a:off x="6363444" y="1565524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24E933F-D55A-61AA-230D-0759143D1E45}"/>
              </a:ext>
            </a:extLst>
          </p:cNvPr>
          <p:cNvCxnSpPr>
            <a:cxnSpLocks/>
          </p:cNvCxnSpPr>
          <p:nvPr/>
        </p:nvCxnSpPr>
        <p:spPr>
          <a:xfrm flipH="1">
            <a:off x="5684859" y="1565524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3C0F103-4C49-257E-8B2F-B2FC8DAAA4DC}"/>
              </a:ext>
            </a:extLst>
          </p:cNvPr>
          <p:cNvCxnSpPr>
            <a:cxnSpLocks/>
          </p:cNvCxnSpPr>
          <p:nvPr/>
        </p:nvCxnSpPr>
        <p:spPr>
          <a:xfrm flipH="1">
            <a:off x="5020448" y="1565524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BEA6447-CB32-4B84-57C3-8AABE0A1183C}"/>
              </a:ext>
            </a:extLst>
          </p:cNvPr>
          <p:cNvCxnSpPr>
            <a:cxnSpLocks/>
          </p:cNvCxnSpPr>
          <p:nvPr/>
        </p:nvCxnSpPr>
        <p:spPr>
          <a:xfrm flipH="1">
            <a:off x="4334854" y="1565524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292DDF7-9014-C3E3-9B71-4038C469DC19}"/>
              </a:ext>
            </a:extLst>
          </p:cNvPr>
          <p:cNvSpPr txBox="1"/>
          <p:nvPr/>
        </p:nvSpPr>
        <p:spPr>
          <a:xfrm>
            <a:off x="1869288" y="0"/>
            <a:ext cx="98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CrSBr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97ACDE-D8B8-C322-5A81-B5F9EA456380}"/>
              </a:ext>
            </a:extLst>
          </p:cNvPr>
          <p:cNvSpPr/>
          <p:nvPr/>
        </p:nvSpPr>
        <p:spPr>
          <a:xfrm>
            <a:off x="3186887" y="1802061"/>
            <a:ext cx="5184905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4BA9B-FA44-13EE-DE9B-6876D2E91C36}"/>
              </a:ext>
            </a:extLst>
          </p:cNvPr>
          <p:cNvCxnSpPr>
            <a:cxnSpLocks/>
          </p:cNvCxnSpPr>
          <p:nvPr/>
        </p:nvCxnSpPr>
        <p:spPr>
          <a:xfrm flipH="1">
            <a:off x="3292745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9B0AFFA-4CB3-332C-1EFD-5F12DE9D5B51}"/>
              </a:ext>
            </a:extLst>
          </p:cNvPr>
          <p:cNvCxnSpPr>
            <a:cxnSpLocks/>
          </p:cNvCxnSpPr>
          <p:nvPr/>
        </p:nvCxnSpPr>
        <p:spPr>
          <a:xfrm flipH="1">
            <a:off x="4033863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3BA297-739F-8DBC-7AEC-A42C0950540A}"/>
              </a:ext>
            </a:extLst>
          </p:cNvPr>
          <p:cNvCxnSpPr>
            <a:cxnSpLocks/>
          </p:cNvCxnSpPr>
          <p:nvPr/>
        </p:nvCxnSpPr>
        <p:spPr>
          <a:xfrm flipH="1">
            <a:off x="4755854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E48E11-7F0C-87E8-AE6D-720D41454DEA}"/>
              </a:ext>
            </a:extLst>
          </p:cNvPr>
          <p:cNvCxnSpPr>
            <a:cxnSpLocks/>
          </p:cNvCxnSpPr>
          <p:nvPr/>
        </p:nvCxnSpPr>
        <p:spPr>
          <a:xfrm flipH="1">
            <a:off x="5508640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8DA1C0-6669-1AE9-904C-7B496B256132}"/>
              </a:ext>
            </a:extLst>
          </p:cNvPr>
          <p:cNvCxnSpPr>
            <a:cxnSpLocks/>
          </p:cNvCxnSpPr>
          <p:nvPr/>
        </p:nvCxnSpPr>
        <p:spPr>
          <a:xfrm flipH="1">
            <a:off x="6270646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D34C610-76FE-C681-5043-A2D9BD155FF5}"/>
              </a:ext>
            </a:extLst>
          </p:cNvPr>
          <p:cNvCxnSpPr>
            <a:cxnSpLocks/>
          </p:cNvCxnSpPr>
          <p:nvPr/>
        </p:nvCxnSpPr>
        <p:spPr>
          <a:xfrm flipH="1">
            <a:off x="7008832" y="1912868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93964F1-5244-5D43-6AB0-5DAD25DE8716}"/>
              </a:ext>
            </a:extLst>
          </p:cNvPr>
          <p:cNvCxnSpPr>
            <a:cxnSpLocks/>
          </p:cNvCxnSpPr>
          <p:nvPr/>
        </p:nvCxnSpPr>
        <p:spPr>
          <a:xfrm flipH="1">
            <a:off x="7728853" y="1908106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4ADFDC0-75AD-E6C4-772D-06886D8B1AA9}"/>
              </a:ext>
            </a:extLst>
          </p:cNvPr>
          <p:cNvSpPr txBox="1"/>
          <p:nvPr/>
        </p:nvSpPr>
        <p:spPr>
          <a:xfrm>
            <a:off x="1157208" y="3729957"/>
            <a:ext cx="136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Diamond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763D192-8F5B-3338-B917-C8FA0161714B}"/>
              </a:ext>
            </a:extLst>
          </p:cNvPr>
          <p:cNvSpPr/>
          <p:nvPr/>
        </p:nvSpPr>
        <p:spPr>
          <a:xfrm>
            <a:off x="3648075" y="2009775"/>
            <a:ext cx="838200" cy="252432"/>
          </a:xfrm>
          <a:custGeom>
            <a:avLst/>
            <a:gdLst>
              <a:gd name="connsiteX0" fmla="*/ 0 w 838200"/>
              <a:gd name="connsiteY0" fmla="*/ 0 h 252432"/>
              <a:gd name="connsiteX1" fmla="*/ 61913 w 838200"/>
              <a:gd name="connsiteY1" fmla="*/ 233363 h 252432"/>
              <a:gd name="connsiteX2" fmla="*/ 242888 w 838200"/>
              <a:gd name="connsiteY2" fmla="*/ 33338 h 252432"/>
              <a:gd name="connsiteX3" fmla="*/ 381000 w 838200"/>
              <a:gd name="connsiteY3" fmla="*/ 252413 h 252432"/>
              <a:gd name="connsiteX4" fmla="*/ 566738 w 838200"/>
              <a:gd name="connsiteY4" fmla="*/ 19050 h 252432"/>
              <a:gd name="connsiteX5" fmla="*/ 704850 w 838200"/>
              <a:gd name="connsiteY5" fmla="*/ 252413 h 252432"/>
              <a:gd name="connsiteX6" fmla="*/ 838200 w 838200"/>
              <a:gd name="connsiteY6" fmla="*/ 23813 h 25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00" h="252432">
                <a:moveTo>
                  <a:pt x="0" y="0"/>
                </a:moveTo>
                <a:cubicBezTo>
                  <a:pt x="10716" y="113903"/>
                  <a:pt x="21432" y="227807"/>
                  <a:pt x="61913" y="233363"/>
                </a:cubicBezTo>
                <a:cubicBezTo>
                  <a:pt x="102394" y="238919"/>
                  <a:pt x="189707" y="30163"/>
                  <a:pt x="242888" y="33338"/>
                </a:cubicBezTo>
                <a:cubicBezTo>
                  <a:pt x="296069" y="36513"/>
                  <a:pt x="327025" y="254794"/>
                  <a:pt x="381000" y="252413"/>
                </a:cubicBezTo>
                <a:cubicBezTo>
                  <a:pt x="434975" y="250032"/>
                  <a:pt x="512763" y="19050"/>
                  <a:pt x="566738" y="19050"/>
                </a:cubicBezTo>
                <a:cubicBezTo>
                  <a:pt x="620713" y="19050"/>
                  <a:pt x="659606" y="251619"/>
                  <a:pt x="704850" y="252413"/>
                </a:cubicBezTo>
                <a:cubicBezTo>
                  <a:pt x="750094" y="253207"/>
                  <a:pt x="812006" y="45244"/>
                  <a:pt x="838200" y="2381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F6E493C-5F73-9683-8469-B526982B2893}"/>
              </a:ext>
            </a:extLst>
          </p:cNvPr>
          <p:cNvSpPr/>
          <p:nvPr/>
        </p:nvSpPr>
        <p:spPr>
          <a:xfrm>
            <a:off x="3486151" y="2295525"/>
            <a:ext cx="1023938" cy="304802"/>
          </a:xfrm>
          <a:custGeom>
            <a:avLst/>
            <a:gdLst>
              <a:gd name="connsiteX0" fmla="*/ 0 w 995363"/>
              <a:gd name="connsiteY0" fmla="*/ 0 h 328615"/>
              <a:gd name="connsiteX1" fmla="*/ 195263 w 995363"/>
              <a:gd name="connsiteY1" fmla="*/ 247650 h 328615"/>
              <a:gd name="connsiteX2" fmla="*/ 442913 w 995363"/>
              <a:gd name="connsiteY2" fmla="*/ 85725 h 328615"/>
              <a:gd name="connsiteX3" fmla="*/ 728663 w 995363"/>
              <a:gd name="connsiteY3" fmla="*/ 328613 h 328615"/>
              <a:gd name="connsiteX4" fmla="*/ 995363 w 995363"/>
              <a:gd name="connsiteY4" fmla="*/ 90488 h 328615"/>
              <a:gd name="connsiteX0" fmla="*/ 0 w 995363"/>
              <a:gd name="connsiteY0" fmla="*/ 0 h 304802"/>
              <a:gd name="connsiteX1" fmla="*/ 195263 w 995363"/>
              <a:gd name="connsiteY1" fmla="*/ 247650 h 304802"/>
              <a:gd name="connsiteX2" fmla="*/ 442913 w 995363"/>
              <a:gd name="connsiteY2" fmla="*/ 85725 h 304802"/>
              <a:gd name="connsiteX3" fmla="*/ 771526 w 995363"/>
              <a:gd name="connsiteY3" fmla="*/ 304800 h 304802"/>
              <a:gd name="connsiteX4" fmla="*/ 995363 w 995363"/>
              <a:gd name="connsiteY4" fmla="*/ 90488 h 304802"/>
              <a:gd name="connsiteX0" fmla="*/ 0 w 1085850"/>
              <a:gd name="connsiteY0" fmla="*/ 0 h 304802"/>
              <a:gd name="connsiteX1" fmla="*/ 195263 w 1085850"/>
              <a:gd name="connsiteY1" fmla="*/ 247650 h 304802"/>
              <a:gd name="connsiteX2" fmla="*/ 442913 w 1085850"/>
              <a:gd name="connsiteY2" fmla="*/ 85725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85850"/>
              <a:gd name="connsiteY0" fmla="*/ 0 h 304802"/>
              <a:gd name="connsiteX1" fmla="*/ 195263 w 1085850"/>
              <a:gd name="connsiteY1" fmla="*/ 247650 h 304802"/>
              <a:gd name="connsiteX2" fmla="*/ 552451 w 1085850"/>
              <a:gd name="connsiteY2" fmla="*/ 57150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85850"/>
              <a:gd name="connsiteY0" fmla="*/ 0 h 304802"/>
              <a:gd name="connsiteX1" fmla="*/ 219076 w 1085850"/>
              <a:gd name="connsiteY1" fmla="*/ 285750 h 304802"/>
              <a:gd name="connsiteX2" fmla="*/ 552451 w 1085850"/>
              <a:gd name="connsiteY2" fmla="*/ 57150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23938"/>
              <a:gd name="connsiteY0" fmla="*/ 0 h 304802"/>
              <a:gd name="connsiteX1" fmla="*/ 219076 w 1023938"/>
              <a:gd name="connsiteY1" fmla="*/ 285750 h 304802"/>
              <a:gd name="connsiteX2" fmla="*/ 552451 w 1023938"/>
              <a:gd name="connsiteY2" fmla="*/ 57150 h 304802"/>
              <a:gd name="connsiteX3" fmla="*/ 771526 w 1023938"/>
              <a:gd name="connsiteY3" fmla="*/ 304800 h 304802"/>
              <a:gd name="connsiteX4" fmla="*/ 1023938 w 1023938"/>
              <a:gd name="connsiteY4" fmla="*/ 57151 h 30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3938" h="304802">
                <a:moveTo>
                  <a:pt x="0" y="0"/>
                </a:moveTo>
                <a:cubicBezTo>
                  <a:pt x="60722" y="116681"/>
                  <a:pt x="127001" y="276225"/>
                  <a:pt x="219076" y="285750"/>
                </a:cubicBezTo>
                <a:cubicBezTo>
                  <a:pt x="311151" y="295275"/>
                  <a:pt x="460376" y="53975"/>
                  <a:pt x="552451" y="57150"/>
                </a:cubicBezTo>
                <a:cubicBezTo>
                  <a:pt x="644526" y="60325"/>
                  <a:pt x="679451" y="304006"/>
                  <a:pt x="771526" y="304800"/>
                </a:cubicBezTo>
                <a:cubicBezTo>
                  <a:pt x="863601" y="305594"/>
                  <a:pt x="970757" y="69851"/>
                  <a:pt x="1023938" y="571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ECE6EB1-1B15-8E98-0849-C9A39B52F8F0}"/>
              </a:ext>
            </a:extLst>
          </p:cNvPr>
          <p:cNvSpPr/>
          <p:nvPr/>
        </p:nvSpPr>
        <p:spPr>
          <a:xfrm>
            <a:off x="2483199" y="3139762"/>
            <a:ext cx="3181350" cy="388756"/>
          </a:xfrm>
          <a:custGeom>
            <a:avLst/>
            <a:gdLst>
              <a:gd name="connsiteX0" fmla="*/ 0 w 2895600"/>
              <a:gd name="connsiteY0" fmla="*/ 0 h 693806"/>
              <a:gd name="connsiteX1" fmla="*/ 619125 w 2895600"/>
              <a:gd name="connsiteY1" fmla="*/ 609600 h 693806"/>
              <a:gd name="connsiteX2" fmla="*/ 1690688 w 2895600"/>
              <a:gd name="connsiteY2" fmla="*/ 352425 h 693806"/>
              <a:gd name="connsiteX3" fmla="*/ 2309813 w 2895600"/>
              <a:gd name="connsiteY3" fmla="*/ 690562 h 693806"/>
              <a:gd name="connsiteX4" fmla="*/ 2895600 w 2895600"/>
              <a:gd name="connsiteY4" fmla="*/ 104775 h 693806"/>
              <a:gd name="connsiteX0" fmla="*/ 0 w 2895600"/>
              <a:gd name="connsiteY0" fmla="*/ 0 h 692943"/>
              <a:gd name="connsiteX1" fmla="*/ 619125 w 2895600"/>
              <a:gd name="connsiteY1" fmla="*/ 609600 h 692943"/>
              <a:gd name="connsiteX2" fmla="*/ 1604963 w 2895600"/>
              <a:gd name="connsiteY2" fmla="*/ 209550 h 692943"/>
              <a:gd name="connsiteX3" fmla="*/ 2309813 w 2895600"/>
              <a:gd name="connsiteY3" fmla="*/ 690562 h 692943"/>
              <a:gd name="connsiteX4" fmla="*/ 2895600 w 2895600"/>
              <a:gd name="connsiteY4" fmla="*/ 104775 h 692943"/>
              <a:gd name="connsiteX0" fmla="*/ 0 w 2895600"/>
              <a:gd name="connsiteY0" fmla="*/ 114300 h 588168"/>
              <a:gd name="connsiteX1" fmla="*/ 619125 w 2895600"/>
              <a:gd name="connsiteY1" fmla="*/ 504825 h 588168"/>
              <a:gd name="connsiteX2" fmla="*/ 1604963 w 2895600"/>
              <a:gd name="connsiteY2" fmla="*/ 104775 h 588168"/>
              <a:gd name="connsiteX3" fmla="*/ 2309813 w 2895600"/>
              <a:gd name="connsiteY3" fmla="*/ 585787 h 588168"/>
              <a:gd name="connsiteX4" fmla="*/ 2895600 w 2895600"/>
              <a:gd name="connsiteY4" fmla="*/ 0 h 588168"/>
              <a:gd name="connsiteX0" fmla="*/ 0 w 2895600"/>
              <a:gd name="connsiteY0" fmla="*/ 114300 h 588280"/>
              <a:gd name="connsiteX1" fmla="*/ 671513 w 2895600"/>
              <a:gd name="connsiteY1" fmla="*/ 357187 h 588280"/>
              <a:gd name="connsiteX2" fmla="*/ 1604963 w 2895600"/>
              <a:gd name="connsiteY2" fmla="*/ 104775 h 588280"/>
              <a:gd name="connsiteX3" fmla="*/ 2309813 w 2895600"/>
              <a:gd name="connsiteY3" fmla="*/ 585787 h 588280"/>
              <a:gd name="connsiteX4" fmla="*/ 2895600 w 2895600"/>
              <a:gd name="connsiteY4" fmla="*/ 0 h 588280"/>
              <a:gd name="connsiteX0" fmla="*/ 0 w 2895600"/>
              <a:gd name="connsiteY0" fmla="*/ 114300 h 502960"/>
              <a:gd name="connsiteX1" fmla="*/ 671513 w 2895600"/>
              <a:gd name="connsiteY1" fmla="*/ 357187 h 502960"/>
              <a:gd name="connsiteX2" fmla="*/ 1604963 w 2895600"/>
              <a:gd name="connsiteY2" fmla="*/ 104775 h 502960"/>
              <a:gd name="connsiteX3" fmla="*/ 2324101 w 2895600"/>
              <a:gd name="connsiteY3" fmla="*/ 500062 h 502960"/>
              <a:gd name="connsiteX4" fmla="*/ 2895600 w 2895600"/>
              <a:gd name="connsiteY4" fmla="*/ 0 h 502960"/>
              <a:gd name="connsiteX0" fmla="*/ 0 w 3181350"/>
              <a:gd name="connsiteY0" fmla="*/ 10989 h 399649"/>
              <a:gd name="connsiteX1" fmla="*/ 671513 w 3181350"/>
              <a:gd name="connsiteY1" fmla="*/ 253876 h 399649"/>
              <a:gd name="connsiteX2" fmla="*/ 1604963 w 3181350"/>
              <a:gd name="connsiteY2" fmla="*/ 1464 h 399649"/>
              <a:gd name="connsiteX3" fmla="*/ 2324101 w 3181350"/>
              <a:gd name="connsiteY3" fmla="*/ 396751 h 399649"/>
              <a:gd name="connsiteX4" fmla="*/ 3181350 w 3181350"/>
              <a:gd name="connsiteY4" fmla="*/ 72901 h 399649"/>
              <a:gd name="connsiteX0" fmla="*/ 0 w 3181350"/>
              <a:gd name="connsiteY0" fmla="*/ 9657 h 398218"/>
              <a:gd name="connsiteX1" fmla="*/ 695325 w 3181350"/>
              <a:gd name="connsiteY1" fmla="*/ 347794 h 398218"/>
              <a:gd name="connsiteX2" fmla="*/ 1604963 w 3181350"/>
              <a:gd name="connsiteY2" fmla="*/ 132 h 398218"/>
              <a:gd name="connsiteX3" fmla="*/ 2324101 w 3181350"/>
              <a:gd name="connsiteY3" fmla="*/ 395419 h 398218"/>
              <a:gd name="connsiteX4" fmla="*/ 3181350 w 3181350"/>
              <a:gd name="connsiteY4" fmla="*/ 71569 h 398218"/>
              <a:gd name="connsiteX0" fmla="*/ 0 w 3181350"/>
              <a:gd name="connsiteY0" fmla="*/ 135 h 388756"/>
              <a:gd name="connsiteX1" fmla="*/ 695325 w 3181350"/>
              <a:gd name="connsiteY1" fmla="*/ 338272 h 388756"/>
              <a:gd name="connsiteX2" fmla="*/ 1481138 w 3181350"/>
              <a:gd name="connsiteY2" fmla="*/ 135 h 388756"/>
              <a:gd name="connsiteX3" fmla="*/ 2324101 w 3181350"/>
              <a:gd name="connsiteY3" fmla="*/ 385897 h 388756"/>
              <a:gd name="connsiteX4" fmla="*/ 3181350 w 3181350"/>
              <a:gd name="connsiteY4" fmla="*/ 62047 h 388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350" h="388756">
                <a:moveTo>
                  <a:pt x="0" y="135"/>
                </a:moveTo>
                <a:cubicBezTo>
                  <a:pt x="168672" y="275566"/>
                  <a:pt x="448469" y="338272"/>
                  <a:pt x="695325" y="338272"/>
                </a:cubicBezTo>
                <a:cubicBezTo>
                  <a:pt x="942181" y="338272"/>
                  <a:pt x="1209675" y="-7803"/>
                  <a:pt x="1481138" y="135"/>
                </a:cubicBezTo>
                <a:cubicBezTo>
                  <a:pt x="1752601" y="8073"/>
                  <a:pt x="2123282" y="427172"/>
                  <a:pt x="2324101" y="385897"/>
                </a:cubicBezTo>
                <a:cubicBezTo>
                  <a:pt x="2524920" y="344622"/>
                  <a:pt x="3021806" y="139835"/>
                  <a:pt x="3181350" y="62047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715291-ADC2-AF85-725A-03AD9F1D2C75}"/>
              </a:ext>
            </a:extLst>
          </p:cNvPr>
          <p:cNvGrpSpPr/>
          <p:nvPr/>
        </p:nvGrpSpPr>
        <p:grpSpPr>
          <a:xfrm>
            <a:off x="3163030" y="2689905"/>
            <a:ext cx="359568" cy="466725"/>
            <a:chOff x="2652713" y="4174331"/>
            <a:chExt cx="359568" cy="466725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54357D4-3480-DCB7-8DB4-7471757C71CE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2293DB6-58F0-40E8-507D-3F0DA024F5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2C72F6-E5DB-161A-1436-39DC52280268}"/>
              </a:ext>
            </a:extLst>
          </p:cNvPr>
          <p:cNvGrpSpPr/>
          <p:nvPr/>
        </p:nvGrpSpPr>
        <p:grpSpPr>
          <a:xfrm>
            <a:off x="2183853" y="2654072"/>
            <a:ext cx="359568" cy="466725"/>
            <a:chOff x="2652713" y="4174331"/>
            <a:chExt cx="359568" cy="466725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A59DD1B-4239-F017-A8B8-04DECFA4B6A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FFF18DB-724B-DDB8-7DB6-084817254E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20F029E-7AC2-AC4C-CAD5-A24DC0B98652}"/>
              </a:ext>
            </a:extLst>
          </p:cNvPr>
          <p:cNvGrpSpPr/>
          <p:nvPr/>
        </p:nvGrpSpPr>
        <p:grpSpPr>
          <a:xfrm>
            <a:off x="2827320" y="2670497"/>
            <a:ext cx="359568" cy="466725"/>
            <a:chOff x="2652713" y="4174331"/>
            <a:chExt cx="359568" cy="466725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F88FB2A-BD48-6399-FFD6-F7CE2686178A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CE0AB80-F214-A1B7-C4FB-9EB90EA766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2BE4712-FEA1-ED16-3F01-4F9327ABA2EC}"/>
              </a:ext>
            </a:extLst>
          </p:cNvPr>
          <p:cNvGrpSpPr/>
          <p:nvPr/>
        </p:nvGrpSpPr>
        <p:grpSpPr>
          <a:xfrm>
            <a:off x="2511874" y="2662543"/>
            <a:ext cx="359568" cy="466725"/>
            <a:chOff x="2652713" y="4174331"/>
            <a:chExt cx="359568" cy="466725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567EE8B-2C2C-7BEB-C61C-9AB0844A29C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3FA4C30-1D52-10B2-3175-597EB4BC5B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FAC8AA-8719-4576-F642-836771A496E6}"/>
              </a:ext>
            </a:extLst>
          </p:cNvPr>
          <p:cNvGrpSpPr/>
          <p:nvPr/>
        </p:nvGrpSpPr>
        <p:grpSpPr>
          <a:xfrm>
            <a:off x="4439855" y="2699538"/>
            <a:ext cx="359568" cy="466725"/>
            <a:chOff x="2652713" y="4174331"/>
            <a:chExt cx="359568" cy="466725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36ED996-3CB3-0054-9CD8-170F41F0B69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DB8940A-89E8-9DCD-7CFD-DFC4BFCFD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ADAE8D7-DFB0-26DD-8CC2-C20F99DCA799}"/>
              </a:ext>
            </a:extLst>
          </p:cNvPr>
          <p:cNvGrpSpPr/>
          <p:nvPr/>
        </p:nvGrpSpPr>
        <p:grpSpPr>
          <a:xfrm>
            <a:off x="4104145" y="2686393"/>
            <a:ext cx="359568" cy="466725"/>
            <a:chOff x="2652713" y="4174331"/>
            <a:chExt cx="359568" cy="466725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82FA43A-01DC-A192-88C1-1341E651A479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391795F1-73DB-5191-6C1E-6A2BEFAD8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F5E656D-4974-F63D-80FE-F906FEE54D0C}"/>
              </a:ext>
            </a:extLst>
          </p:cNvPr>
          <p:cNvGrpSpPr/>
          <p:nvPr/>
        </p:nvGrpSpPr>
        <p:grpSpPr>
          <a:xfrm>
            <a:off x="3460678" y="2688757"/>
            <a:ext cx="359568" cy="466725"/>
            <a:chOff x="2652713" y="4174331"/>
            <a:chExt cx="359568" cy="466725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DD0F4FA-AB42-B257-B03B-A306B32E209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EAAE463-60E6-E5B0-85C3-D2C912F08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358AEB0-10C7-ADE2-6BB1-E90C4CB44118}"/>
              </a:ext>
            </a:extLst>
          </p:cNvPr>
          <p:cNvGrpSpPr/>
          <p:nvPr/>
        </p:nvGrpSpPr>
        <p:grpSpPr>
          <a:xfrm>
            <a:off x="3788699" y="2684702"/>
            <a:ext cx="359568" cy="466725"/>
            <a:chOff x="2652713" y="4174331"/>
            <a:chExt cx="359568" cy="466725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45D29B4-A4B3-BE40-6C35-09BF380622D6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6675A25-1618-5D3B-A544-263F9A7B5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84030EF-C00E-9132-8046-3553A82BC799}"/>
              </a:ext>
            </a:extLst>
          </p:cNvPr>
          <p:cNvGrpSpPr/>
          <p:nvPr/>
        </p:nvGrpSpPr>
        <p:grpSpPr>
          <a:xfrm>
            <a:off x="5736432" y="2704717"/>
            <a:ext cx="359568" cy="466725"/>
            <a:chOff x="2652713" y="4174331"/>
            <a:chExt cx="359568" cy="466725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2FE362E-93EA-CD53-9299-7EECAC4972B7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8AF1E00-20E6-66C2-1C81-426AFB159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5489794-0D1E-292E-2023-58B50A5CCD52}"/>
              </a:ext>
            </a:extLst>
          </p:cNvPr>
          <p:cNvGrpSpPr/>
          <p:nvPr/>
        </p:nvGrpSpPr>
        <p:grpSpPr>
          <a:xfrm>
            <a:off x="5400722" y="2691572"/>
            <a:ext cx="359568" cy="466725"/>
            <a:chOff x="2652713" y="4174331"/>
            <a:chExt cx="359568" cy="466725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310CF26A-5DA1-A2F6-5B67-794394A02359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EA9B1C7A-427D-5645-8D56-4FAFB5D8A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C3CE020-A2B9-74FC-F62F-9E2EE8E12330}"/>
              </a:ext>
            </a:extLst>
          </p:cNvPr>
          <p:cNvGrpSpPr/>
          <p:nvPr/>
        </p:nvGrpSpPr>
        <p:grpSpPr>
          <a:xfrm>
            <a:off x="4757255" y="2693936"/>
            <a:ext cx="359568" cy="466725"/>
            <a:chOff x="2652713" y="4174331"/>
            <a:chExt cx="359568" cy="466725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3474989-5F51-4721-5D60-CCA58F172276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3503550-3CA6-56B2-4CF5-F831952C8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47D376F-9C3D-D9E8-5B95-FC08F9144882}"/>
              </a:ext>
            </a:extLst>
          </p:cNvPr>
          <p:cNvGrpSpPr/>
          <p:nvPr/>
        </p:nvGrpSpPr>
        <p:grpSpPr>
          <a:xfrm>
            <a:off x="5085276" y="2689881"/>
            <a:ext cx="359568" cy="466725"/>
            <a:chOff x="2652713" y="4174331"/>
            <a:chExt cx="359568" cy="466725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0706369-BC11-623C-BA4E-5FE6C341F35A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0CB9508-830B-AF50-BF29-88833E133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44DD666-9DA1-7EBC-B20A-A087F82EF8B1}"/>
              </a:ext>
            </a:extLst>
          </p:cNvPr>
          <p:cNvGrpSpPr/>
          <p:nvPr/>
        </p:nvGrpSpPr>
        <p:grpSpPr>
          <a:xfrm>
            <a:off x="7013257" y="2701824"/>
            <a:ext cx="359568" cy="466725"/>
            <a:chOff x="2652713" y="4174331"/>
            <a:chExt cx="359568" cy="466725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F1486F6-EF78-7B7C-8F46-71E92343FA26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6483BB9-CBE3-227D-FC10-3A44265A1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4DDA9A1-250B-3F7A-76F0-D7E8B7C7D4D4}"/>
              </a:ext>
            </a:extLst>
          </p:cNvPr>
          <p:cNvGrpSpPr/>
          <p:nvPr/>
        </p:nvGrpSpPr>
        <p:grpSpPr>
          <a:xfrm>
            <a:off x="6677547" y="2701205"/>
            <a:ext cx="359568" cy="466725"/>
            <a:chOff x="2652713" y="4174331"/>
            <a:chExt cx="359568" cy="466725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6953D04-E0C9-96C3-9CC8-71F21EC795D5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01CE9A35-6F4C-FCFE-9B8D-95762EBA2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B185D47-C31C-185F-208D-B444E773C2C1}"/>
              </a:ext>
            </a:extLst>
          </p:cNvPr>
          <p:cNvGrpSpPr/>
          <p:nvPr/>
        </p:nvGrpSpPr>
        <p:grpSpPr>
          <a:xfrm>
            <a:off x="6034080" y="2703569"/>
            <a:ext cx="359568" cy="466725"/>
            <a:chOff x="2652713" y="4174331"/>
            <a:chExt cx="359568" cy="466725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0731F5CC-8082-3063-E27B-1640EEEA8727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E86FD1C2-F3E4-69C0-DD43-EF30150EA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2899D50-DD5D-B05F-02C6-1E19362EB216}"/>
              </a:ext>
            </a:extLst>
          </p:cNvPr>
          <p:cNvGrpSpPr/>
          <p:nvPr/>
        </p:nvGrpSpPr>
        <p:grpSpPr>
          <a:xfrm>
            <a:off x="6362101" y="2699514"/>
            <a:ext cx="359568" cy="466725"/>
            <a:chOff x="2652713" y="4174331"/>
            <a:chExt cx="359568" cy="466725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4A5CAAE-DDE4-F4DC-121A-0414A2C3CB04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4078DF0B-675E-F924-F367-26330E960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7985A69-4893-1BD6-E43E-1EF26450351F}"/>
              </a:ext>
            </a:extLst>
          </p:cNvPr>
          <p:cNvGrpSpPr/>
          <p:nvPr/>
        </p:nvGrpSpPr>
        <p:grpSpPr>
          <a:xfrm>
            <a:off x="7989764" y="2720744"/>
            <a:ext cx="359568" cy="466725"/>
            <a:chOff x="2652713" y="4174331"/>
            <a:chExt cx="359568" cy="466725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F849D55-D24C-71BE-3443-B788C6F8665D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94EB96A-B062-0F6A-17FB-D4B2ACFC4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41EB4DF-2CC1-D17F-1B16-7BDB4E257000}"/>
              </a:ext>
            </a:extLst>
          </p:cNvPr>
          <p:cNvGrpSpPr/>
          <p:nvPr/>
        </p:nvGrpSpPr>
        <p:grpSpPr>
          <a:xfrm>
            <a:off x="7654054" y="2707599"/>
            <a:ext cx="359568" cy="466725"/>
            <a:chOff x="2652713" y="4174331"/>
            <a:chExt cx="359568" cy="466725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A60A0DC-F59F-4FB8-3BB8-B87C5AC4683A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7EC17392-3151-C39E-1636-63ACE3BBB1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ABADBD5-8CEC-7DEE-FC6D-38AC2E755B3E}"/>
              </a:ext>
            </a:extLst>
          </p:cNvPr>
          <p:cNvGrpSpPr/>
          <p:nvPr/>
        </p:nvGrpSpPr>
        <p:grpSpPr>
          <a:xfrm>
            <a:off x="7338608" y="2705908"/>
            <a:ext cx="359568" cy="466725"/>
            <a:chOff x="2652713" y="4174331"/>
            <a:chExt cx="359568" cy="466725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16FBB42-A1E9-450F-C885-3B3E968E4539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EC8D120D-CCC1-DDF9-7332-4406BDDF6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E4EE1C9-0406-E8E3-7226-F323B637A78D}"/>
              </a:ext>
            </a:extLst>
          </p:cNvPr>
          <p:cNvGrpSpPr/>
          <p:nvPr/>
        </p:nvGrpSpPr>
        <p:grpSpPr>
          <a:xfrm>
            <a:off x="9286341" y="2725923"/>
            <a:ext cx="359568" cy="466725"/>
            <a:chOff x="2652713" y="4174331"/>
            <a:chExt cx="359568" cy="466725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8D9A248-5926-CC4F-4D2D-419D3AB387EF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8137E814-E88C-E118-F56C-4CC05C684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C04B7D9-9745-40A6-77C4-587C72C7B4F8}"/>
              </a:ext>
            </a:extLst>
          </p:cNvPr>
          <p:cNvGrpSpPr/>
          <p:nvPr/>
        </p:nvGrpSpPr>
        <p:grpSpPr>
          <a:xfrm>
            <a:off x="8950631" y="2712778"/>
            <a:ext cx="359568" cy="466725"/>
            <a:chOff x="2652713" y="4174331"/>
            <a:chExt cx="359568" cy="466725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3A1A4EC-2B02-5C1F-EFEA-DD6BEC37AB9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92C9FCBD-3845-CF01-FE4B-1046B4010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A4C8DA8-E802-85FF-6F93-23E5C3F5BA78}"/>
              </a:ext>
            </a:extLst>
          </p:cNvPr>
          <p:cNvGrpSpPr/>
          <p:nvPr/>
        </p:nvGrpSpPr>
        <p:grpSpPr>
          <a:xfrm>
            <a:off x="8307164" y="2715142"/>
            <a:ext cx="359568" cy="466725"/>
            <a:chOff x="2652713" y="4174331"/>
            <a:chExt cx="359568" cy="466725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2612834-CFE6-98C9-8429-FCE31DCE2E5A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8564F182-536C-AA4A-414D-247A6A3B5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3336242-E435-A495-5C85-9BD916597E2D}"/>
              </a:ext>
            </a:extLst>
          </p:cNvPr>
          <p:cNvGrpSpPr/>
          <p:nvPr/>
        </p:nvGrpSpPr>
        <p:grpSpPr>
          <a:xfrm>
            <a:off x="8635185" y="2711087"/>
            <a:ext cx="359568" cy="466725"/>
            <a:chOff x="2652713" y="4174331"/>
            <a:chExt cx="359568" cy="466725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2DA0050-7405-9918-2089-616BB9CEAFC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D979364D-F8C1-0F86-A3BC-85C52CF856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CD485B0-D47D-D292-7915-6303170E9B5B}"/>
              </a:ext>
            </a:extLst>
          </p:cNvPr>
          <p:cNvSpPr/>
          <p:nvPr/>
        </p:nvSpPr>
        <p:spPr>
          <a:xfrm>
            <a:off x="3130307" y="2542554"/>
            <a:ext cx="1728787" cy="395769"/>
          </a:xfrm>
          <a:custGeom>
            <a:avLst/>
            <a:gdLst>
              <a:gd name="connsiteX0" fmla="*/ 0 w 1728787"/>
              <a:gd name="connsiteY0" fmla="*/ 0 h 395769"/>
              <a:gd name="connsiteX1" fmla="*/ 347662 w 1728787"/>
              <a:gd name="connsiteY1" fmla="*/ 371475 h 395769"/>
              <a:gd name="connsiteX2" fmla="*/ 985837 w 1728787"/>
              <a:gd name="connsiteY2" fmla="*/ 190500 h 395769"/>
              <a:gd name="connsiteX3" fmla="*/ 1385887 w 1728787"/>
              <a:gd name="connsiteY3" fmla="*/ 395288 h 395769"/>
              <a:gd name="connsiteX4" fmla="*/ 1728787 w 1728787"/>
              <a:gd name="connsiteY4" fmla="*/ 119063 h 39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787" h="395769">
                <a:moveTo>
                  <a:pt x="0" y="0"/>
                </a:moveTo>
                <a:cubicBezTo>
                  <a:pt x="91678" y="169862"/>
                  <a:pt x="183356" y="339725"/>
                  <a:pt x="347662" y="371475"/>
                </a:cubicBezTo>
                <a:cubicBezTo>
                  <a:pt x="511968" y="403225"/>
                  <a:pt x="812800" y="186531"/>
                  <a:pt x="985837" y="190500"/>
                </a:cubicBezTo>
                <a:cubicBezTo>
                  <a:pt x="1158874" y="194469"/>
                  <a:pt x="1262062" y="407194"/>
                  <a:pt x="1385887" y="395288"/>
                </a:cubicBezTo>
                <a:cubicBezTo>
                  <a:pt x="1509712" y="383382"/>
                  <a:pt x="1677193" y="133350"/>
                  <a:pt x="1728787" y="11906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2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E80E3-5F7D-25A9-2D4F-1ECFA229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B705BCA5-D011-EB6D-616C-400D8AD0AEBD}"/>
              </a:ext>
            </a:extLst>
          </p:cNvPr>
          <p:cNvSpPr/>
          <p:nvPr/>
        </p:nvSpPr>
        <p:spPr>
          <a:xfrm>
            <a:off x="1197007" y="1994537"/>
            <a:ext cx="9307900" cy="1982635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D2FC4B-B750-EF0A-9FC4-976918495E67}"/>
              </a:ext>
            </a:extLst>
          </p:cNvPr>
          <p:cNvGrpSpPr/>
          <p:nvPr/>
        </p:nvGrpSpPr>
        <p:grpSpPr>
          <a:xfrm>
            <a:off x="3163030" y="2689905"/>
            <a:ext cx="359568" cy="466725"/>
            <a:chOff x="2652713" y="4174331"/>
            <a:chExt cx="359568" cy="46672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8A01F29-8BDF-DFB5-D2EA-7E907EC8D4BB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AA832DC-F769-37F2-FDFD-FE44CFABB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1841C64-E857-BEE9-24D2-693289EFCA3A}"/>
              </a:ext>
            </a:extLst>
          </p:cNvPr>
          <p:cNvSpPr/>
          <p:nvPr/>
        </p:nvSpPr>
        <p:spPr>
          <a:xfrm>
            <a:off x="4279852" y="1642041"/>
            <a:ext cx="4091940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358708-A48F-9F65-1D76-8831199A3FFE}"/>
              </a:ext>
            </a:extLst>
          </p:cNvPr>
          <p:cNvSpPr/>
          <p:nvPr/>
        </p:nvSpPr>
        <p:spPr>
          <a:xfrm>
            <a:off x="4279852" y="1482800"/>
            <a:ext cx="4093022" cy="165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97333B9-CC56-B306-483A-12C85068C7C0}"/>
              </a:ext>
            </a:extLst>
          </p:cNvPr>
          <p:cNvGrpSpPr/>
          <p:nvPr/>
        </p:nvGrpSpPr>
        <p:grpSpPr>
          <a:xfrm>
            <a:off x="4782637" y="1056533"/>
            <a:ext cx="4003597" cy="161607"/>
            <a:chOff x="4334854" y="1565524"/>
            <a:chExt cx="4003597" cy="16160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0F32CF6-589B-F9A2-30EC-4909D5269360}"/>
                </a:ext>
              </a:extLst>
            </p:cNvPr>
            <p:cNvCxnSpPr>
              <a:cxnSpLocks/>
            </p:cNvCxnSpPr>
            <p:nvPr/>
          </p:nvCxnSpPr>
          <p:spPr>
            <a:xfrm>
              <a:off x="4334854" y="1727131"/>
              <a:ext cx="56959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45A3584-5623-4034-FA0D-1F46D0E9274E}"/>
                </a:ext>
              </a:extLst>
            </p:cNvPr>
            <p:cNvCxnSpPr>
              <a:cxnSpLocks/>
            </p:cNvCxnSpPr>
            <p:nvPr/>
          </p:nvCxnSpPr>
          <p:spPr>
            <a:xfrm>
              <a:off x="4999762" y="1727131"/>
              <a:ext cx="56959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512329C-A369-A004-D40D-38F956EF2E23}"/>
                </a:ext>
              </a:extLst>
            </p:cNvPr>
            <p:cNvCxnSpPr>
              <a:cxnSpLocks/>
            </p:cNvCxnSpPr>
            <p:nvPr/>
          </p:nvCxnSpPr>
          <p:spPr>
            <a:xfrm>
              <a:off x="5709377" y="1727131"/>
              <a:ext cx="56959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DB50694-8B8D-3BE7-2FEC-3FC07A978C34}"/>
                </a:ext>
              </a:extLst>
            </p:cNvPr>
            <p:cNvCxnSpPr>
              <a:cxnSpLocks/>
            </p:cNvCxnSpPr>
            <p:nvPr/>
          </p:nvCxnSpPr>
          <p:spPr>
            <a:xfrm>
              <a:off x="6410663" y="1727131"/>
              <a:ext cx="56959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DCC1DF0-4477-E383-487D-27675FD82701}"/>
                </a:ext>
              </a:extLst>
            </p:cNvPr>
            <p:cNvCxnSpPr>
              <a:cxnSpLocks/>
            </p:cNvCxnSpPr>
            <p:nvPr/>
          </p:nvCxnSpPr>
          <p:spPr>
            <a:xfrm>
              <a:off x="7768860" y="1727131"/>
              <a:ext cx="569591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2C5003C-031F-7149-F3F1-385AFA434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8853" y="1569969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0609A56-9154-217D-6D8C-D2E92DDAA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8832" y="1569969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DF81A7E-DF32-5E81-0F79-F63E7F7F14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3444" y="1565524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608D235-5771-A03A-E0B9-DE5A8328AE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4859" y="1565524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832EE254-10FD-C423-B8D3-47245F17A1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0448" y="1565524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E209FDD-3D41-657E-D5D8-7B7437616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4854" y="1565524"/>
              <a:ext cx="585787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55E39425-EA27-BFCE-7E97-745288700E31}"/>
              </a:ext>
            </a:extLst>
          </p:cNvPr>
          <p:cNvSpPr txBox="1"/>
          <p:nvPr/>
        </p:nvSpPr>
        <p:spPr>
          <a:xfrm>
            <a:off x="1197007" y="0"/>
            <a:ext cx="98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CrSBr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7257AE-88C9-8D10-E935-3A6CD2CC5DDF}"/>
              </a:ext>
            </a:extLst>
          </p:cNvPr>
          <p:cNvSpPr/>
          <p:nvPr/>
        </p:nvSpPr>
        <p:spPr>
          <a:xfrm>
            <a:off x="3186888" y="1802061"/>
            <a:ext cx="846976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51C8930-5DED-0A6D-F733-3AD05AFC2448}"/>
              </a:ext>
            </a:extLst>
          </p:cNvPr>
          <p:cNvGrpSpPr/>
          <p:nvPr/>
        </p:nvGrpSpPr>
        <p:grpSpPr>
          <a:xfrm>
            <a:off x="2183853" y="2654072"/>
            <a:ext cx="359568" cy="466725"/>
            <a:chOff x="2652713" y="4174331"/>
            <a:chExt cx="359568" cy="466725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534B84-ED09-967F-4F50-0A3E95F9AB46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FDFE7AD-2BA2-C376-C80E-95514393B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76A3CCA-CBEC-AD15-EB35-A47C3699517A}"/>
              </a:ext>
            </a:extLst>
          </p:cNvPr>
          <p:cNvSpPr txBox="1"/>
          <p:nvPr/>
        </p:nvSpPr>
        <p:spPr>
          <a:xfrm>
            <a:off x="1120841" y="3672959"/>
            <a:ext cx="136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Diamond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7ED896C-E304-FB12-A66A-616DFE3E9E36}"/>
              </a:ext>
            </a:extLst>
          </p:cNvPr>
          <p:cNvSpPr/>
          <p:nvPr/>
        </p:nvSpPr>
        <p:spPr>
          <a:xfrm>
            <a:off x="4124325" y="2009775"/>
            <a:ext cx="838200" cy="252432"/>
          </a:xfrm>
          <a:custGeom>
            <a:avLst/>
            <a:gdLst>
              <a:gd name="connsiteX0" fmla="*/ 0 w 838200"/>
              <a:gd name="connsiteY0" fmla="*/ 0 h 252432"/>
              <a:gd name="connsiteX1" fmla="*/ 61913 w 838200"/>
              <a:gd name="connsiteY1" fmla="*/ 233363 h 252432"/>
              <a:gd name="connsiteX2" fmla="*/ 242888 w 838200"/>
              <a:gd name="connsiteY2" fmla="*/ 33338 h 252432"/>
              <a:gd name="connsiteX3" fmla="*/ 381000 w 838200"/>
              <a:gd name="connsiteY3" fmla="*/ 252413 h 252432"/>
              <a:gd name="connsiteX4" fmla="*/ 566738 w 838200"/>
              <a:gd name="connsiteY4" fmla="*/ 19050 h 252432"/>
              <a:gd name="connsiteX5" fmla="*/ 704850 w 838200"/>
              <a:gd name="connsiteY5" fmla="*/ 252413 h 252432"/>
              <a:gd name="connsiteX6" fmla="*/ 838200 w 838200"/>
              <a:gd name="connsiteY6" fmla="*/ 23813 h 25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00" h="252432">
                <a:moveTo>
                  <a:pt x="0" y="0"/>
                </a:moveTo>
                <a:cubicBezTo>
                  <a:pt x="10716" y="113903"/>
                  <a:pt x="21432" y="227807"/>
                  <a:pt x="61913" y="233363"/>
                </a:cubicBezTo>
                <a:cubicBezTo>
                  <a:pt x="102394" y="238919"/>
                  <a:pt x="189707" y="30163"/>
                  <a:pt x="242888" y="33338"/>
                </a:cubicBezTo>
                <a:cubicBezTo>
                  <a:pt x="296069" y="36513"/>
                  <a:pt x="327025" y="254794"/>
                  <a:pt x="381000" y="252413"/>
                </a:cubicBezTo>
                <a:cubicBezTo>
                  <a:pt x="434975" y="250032"/>
                  <a:pt x="512763" y="19050"/>
                  <a:pt x="566738" y="19050"/>
                </a:cubicBezTo>
                <a:cubicBezTo>
                  <a:pt x="620713" y="19050"/>
                  <a:pt x="659606" y="251619"/>
                  <a:pt x="704850" y="252413"/>
                </a:cubicBezTo>
                <a:cubicBezTo>
                  <a:pt x="750094" y="253207"/>
                  <a:pt x="812006" y="45244"/>
                  <a:pt x="838200" y="2381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1DB8444-A01B-CBDA-067D-3AF58E50F0B1}"/>
              </a:ext>
            </a:extLst>
          </p:cNvPr>
          <p:cNvSpPr/>
          <p:nvPr/>
        </p:nvSpPr>
        <p:spPr>
          <a:xfrm>
            <a:off x="3962401" y="2295525"/>
            <a:ext cx="1023938" cy="304802"/>
          </a:xfrm>
          <a:custGeom>
            <a:avLst/>
            <a:gdLst>
              <a:gd name="connsiteX0" fmla="*/ 0 w 995363"/>
              <a:gd name="connsiteY0" fmla="*/ 0 h 328615"/>
              <a:gd name="connsiteX1" fmla="*/ 195263 w 995363"/>
              <a:gd name="connsiteY1" fmla="*/ 247650 h 328615"/>
              <a:gd name="connsiteX2" fmla="*/ 442913 w 995363"/>
              <a:gd name="connsiteY2" fmla="*/ 85725 h 328615"/>
              <a:gd name="connsiteX3" fmla="*/ 728663 w 995363"/>
              <a:gd name="connsiteY3" fmla="*/ 328613 h 328615"/>
              <a:gd name="connsiteX4" fmla="*/ 995363 w 995363"/>
              <a:gd name="connsiteY4" fmla="*/ 90488 h 328615"/>
              <a:gd name="connsiteX0" fmla="*/ 0 w 995363"/>
              <a:gd name="connsiteY0" fmla="*/ 0 h 304802"/>
              <a:gd name="connsiteX1" fmla="*/ 195263 w 995363"/>
              <a:gd name="connsiteY1" fmla="*/ 247650 h 304802"/>
              <a:gd name="connsiteX2" fmla="*/ 442913 w 995363"/>
              <a:gd name="connsiteY2" fmla="*/ 85725 h 304802"/>
              <a:gd name="connsiteX3" fmla="*/ 771526 w 995363"/>
              <a:gd name="connsiteY3" fmla="*/ 304800 h 304802"/>
              <a:gd name="connsiteX4" fmla="*/ 995363 w 995363"/>
              <a:gd name="connsiteY4" fmla="*/ 90488 h 304802"/>
              <a:gd name="connsiteX0" fmla="*/ 0 w 1085850"/>
              <a:gd name="connsiteY0" fmla="*/ 0 h 304802"/>
              <a:gd name="connsiteX1" fmla="*/ 195263 w 1085850"/>
              <a:gd name="connsiteY1" fmla="*/ 247650 h 304802"/>
              <a:gd name="connsiteX2" fmla="*/ 442913 w 1085850"/>
              <a:gd name="connsiteY2" fmla="*/ 85725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85850"/>
              <a:gd name="connsiteY0" fmla="*/ 0 h 304802"/>
              <a:gd name="connsiteX1" fmla="*/ 195263 w 1085850"/>
              <a:gd name="connsiteY1" fmla="*/ 247650 h 304802"/>
              <a:gd name="connsiteX2" fmla="*/ 552451 w 1085850"/>
              <a:gd name="connsiteY2" fmla="*/ 57150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85850"/>
              <a:gd name="connsiteY0" fmla="*/ 0 h 304802"/>
              <a:gd name="connsiteX1" fmla="*/ 219076 w 1085850"/>
              <a:gd name="connsiteY1" fmla="*/ 285750 h 304802"/>
              <a:gd name="connsiteX2" fmla="*/ 552451 w 1085850"/>
              <a:gd name="connsiteY2" fmla="*/ 57150 h 304802"/>
              <a:gd name="connsiteX3" fmla="*/ 771526 w 1085850"/>
              <a:gd name="connsiteY3" fmla="*/ 304800 h 304802"/>
              <a:gd name="connsiteX4" fmla="*/ 1085850 w 1085850"/>
              <a:gd name="connsiteY4" fmla="*/ 80963 h 304802"/>
              <a:gd name="connsiteX0" fmla="*/ 0 w 1023938"/>
              <a:gd name="connsiteY0" fmla="*/ 0 h 304802"/>
              <a:gd name="connsiteX1" fmla="*/ 219076 w 1023938"/>
              <a:gd name="connsiteY1" fmla="*/ 285750 h 304802"/>
              <a:gd name="connsiteX2" fmla="*/ 552451 w 1023938"/>
              <a:gd name="connsiteY2" fmla="*/ 57150 h 304802"/>
              <a:gd name="connsiteX3" fmla="*/ 771526 w 1023938"/>
              <a:gd name="connsiteY3" fmla="*/ 304800 h 304802"/>
              <a:gd name="connsiteX4" fmla="*/ 1023938 w 1023938"/>
              <a:gd name="connsiteY4" fmla="*/ 57151 h 30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3938" h="304802">
                <a:moveTo>
                  <a:pt x="0" y="0"/>
                </a:moveTo>
                <a:cubicBezTo>
                  <a:pt x="60722" y="116681"/>
                  <a:pt x="127001" y="276225"/>
                  <a:pt x="219076" y="285750"/>
                </a:cubicBezTo>
                <a:cubicBezTo>
                  <a:pt x="311151" y="295275"/>
                  <a:pt x="460376" y="53975"/>
                  <a:pt x="552451" y="57150"/>
                </a:cubicBezTo>
                <a:cubicBezTo>
                  <a:pt x="644526" y="60325"/>
                  <a:pt x="679451" y="304006"/>
                  <a:pt x="771526" y="304800"/>
                </a:cubicBezTo>
                <a:cubicBezTo>
                  <a:pt x="863601" y="305594"/>
                  <a:pt x="970757" y="69851"/>
                  <a:pt x="1023938" y="5715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F1869C-CC77-C3BB-0C33-E90D897A658D}"/>
              </a:ext>
            </a:extLst>
          </p:cNvPr>
          <p:cNvSpPr/>
          <p:nvPr/>
        </p:nvSpPr>
        <p:spPr>
          <a:xfrm>
            <a:off x="4004783" y="1802060"/>
            <a:ext cx="1178386" cy="193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2A8A1E-E15C-7C50-A6E5-1B0860E552B6}"/>
              </a:ext>
            </a:extLst>
          </p:cNvPr>
          <p:cNvSpPr/>
          <p:nvPr/>
        </p:nvSpPr>
        <p:spPr>
          <a:xfrm>
            <a:off x="5172818" y="1804601"/>
            <a:ext cx="536559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21EE71-75DF-4A9B-C641-F7D05DC9E681}"/>
              </a:ext>
            </a:extLst>
          </p:cNvPr>
          <p:cNvSpPr/>
          <p:nvPr/>
        </p:nvSpPr>
        <p:spPr>
          <a:xfrm>
            <a:off x="5705204" y="1804601"/>
            <a:ext cx="431208" cy="193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0A3AAC-1029-C63E-A624-DED3F3C8EF07}"/>
              </a:ext>
            </a:extLst>
          </p:cNvPr>
          <p:cNvSpPr/>
          <p:nvPr/>
        </p:nvSpPr>
        <p:spPr>
          <a:xfrm>
            <a:off x="6120176" y="1804600"/>
            <a:ext cx="1025749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50BAE1-4E54-931B-1AFC-8D9C65F6C526}"/>
              </a:ext>
            </a:extLst>
          </p:cNvPr>
          <p:cNvSpPr/>
          <p:nvPr/>
        </p:nvSpPr>
        <p:spPr>
          <a:xfrm>
            <a:off x="7140984" y="1804600"/>
            <a:ext cx="431208" cy="193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38B95D-C167-D19C-8517-831FC4D0590D}"/>
              </a:ext>
            </a:extLst>
          </p:cNvPr>
          <p:cNvSpPr/>
          <p:nvPr/>
        </p:nvSpPr>
        <p:spPr>
          <a:xfrm>
            <a:off x="7572192" y="1802060"/>
            <a:ext cx="1025749" cy="193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B31584-40D0-0796-D72E-7A0C63B4FF7B}"/>
              </a:ext>
            </a:extLst>
          </p:cNvPr>
          <p:cNvCxnSpPr>
            <a:cxnSpLocks/>
          </p:cNvCxnSpPr>
          <p:nvPr/>
        </p:nvCxnSpPr>
        <p:spPr>
          <a:xfrm flipH="1">
            <a:off x="3302034" y="1906445"/>
            <a:ext cx="58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D0693B1-C710-6B81-4B7F-33B9A3A91EC3}"/>
              </a:ext>
            </a:extLst>
          </p:cNvPr>
          <p:cNvCxnSpPr>
            <a:cxnSpLocks/>
          </p:cNvCxnSpPr>
          <p:nvPr/>
        </p:nvCxnSpPr>
        <p:spPr>
          <a:xfrm flipH="1">
            <a:off x="5192108" y="1894962"/>
            <a:ext cx="481380" cy="9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408C73-8059-3B73-274A-D65FCF187CDE}"/>
              </a:ext>
            </a:extLst>
          </p:cNvPr>
          <p:cNvCxnSpPr>
            <a:cxnSpLocks/>
          </p:cNvCxnSpPr>
          <p:nvPr/>
        </p:nvCxnSpPr>
        <p:spPr>
          <a:xfrm flipH="1">
            <a:off x="6187788" y="1901683"/>
            <a:ext cx="86210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20410ED-A1B8-2D1D-C011-3A9D1568A726}"/>
              </a:ext>
            </a:extLst>
          </p:cNvPr>
          <p:cNvCxnSpPr>
            <a:cxnSpLocks/>
          </p:cNvCxnSpPr>
          <p:nvPr/>
        </p:nvCxnSpPr>
        <p:spPr>
          <a:xfrm flipH="1">
            <a:off x="7649242" y="1904858"/>
            <a:ext cx="809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F913BD-0316-AB62-1807-9A6EB15EA727}"/>
              </a:ext>
            </a:extLst>
          </p:cNvPr>
          <p:cNvCxnSpPr>
            <a:cxnSpLocks/>
          </p:cNvCxnSpPr>
          <p:nvPr/>
        </p:nvCxnSpPr>
        <p:spPr>
          <a:xfrm>
            <a:off x="7188533" y="1901683"/>
            <a:ext cx="33610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9060EC-4F20-0AFC-D4D2-00810756397B}"/>
              </a:ext>
            </a:extLst>
          </p:cNvPr>
          <p:cNvCxnSpPr>
            <a:cxnSpLocks/>
          </p:cNvCxnSpPr>
          <p:nvPr/>
        </p:nvCxnSpPr>
        <p:spPr>
          <a:xfrm>
            <a:off x="5752753" y="1894962"/>
            <a:ext cx="33610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7D3D64-BC26-5E29-858C-22AFF6C7D08A}"/>
              </a:ext>
            </a:extLst>
          </p:cNvPr>
          <p:cNvCxnSpPr>
            <a:cxnSpLocks/>
          </p:cNvCxnSpPr>
          <p:nvPr/>
        </p:nvCxnSpPr>
        <p:spPr>
          <a:xfrm flipV="1">
            <a:off x="4052318" y="1898016"/>
            <a:ext cx="1062019" cy="310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1A2F050-EA34-1C0E-07BA-5B184ECDFA66}"/>
              </a:ext>
            </a:extLst>
          </p:cNvPr>
          <p:cNvSpPr/>
          <p:nvPr/>
        </p:nvSpPr>
        <p:spPr>
          <a:xfrm>
            <a:off x="4950920" y="1635392"/>
            <a:ext cx="536559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46CE9EA-2E57-B482-A321-2959A2ACD1BC}"/>
              </a:ext>
            </a:extLst>
          </p:cNvPr>
          <p:cNvSpPr/>
          <p:nvPr/>
        </p:nvSpPr>
        <p:spPr>
          <a:xfrm>
            <a:off x="6190192" y="1628460"/>
            <a:ext cx="536559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D74D9D-CCA7-7F42-E5BE-4E0F09DC057D}"/>
              </a:ext>
            </a:extLst>
          </p:cNvPr>
          <p:cNvSpPr/>
          <p:nvPr/>
        </p:nvSpPr>
        <p:spPr>
          <a:xfrm>
            <a:off x="7839419" y="1614368"/>
            <a:ext cx="536559" cy="193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EEF3A9-EE3D-D5FE-AF0F-DCC03D780AD7}"/>
              </a:ext>
            </a:extLst>
          </p:cNvPr>
          <p:cNvSpPr/>
          <p:nvPr/>
        </p:nvSpPr>
        <p:spPr>
          <a:xfrm>
            <a:off x="4696924" y="1482533"/>
            <a:ext cx="431208" cy="172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1F406A-5215-D4BD-B660-59527189ED9A}"/>
              </a:ext>
            </a:extLst>
          </p:cNvPr>
          <p:cNvSpPr/>
          <p:nvPr/>
        </p:nvSpPr>
        <p:spPr>
          <a:xfrm>
            <a:off x="6237246" y="1482801"/>
            <a:ext cx="431208" cy="1653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1843469-0DE7-C8A6-B2CE-B048F48C0E9A}"/>
              </a:ext>
            </a:extLst>
          </p:cNvPr>
          <p:cNvSpPr/>
          <p:nvPr/>
        </p:nvSpPr>
        <p:spPr>
          <a:xfrm>
            <a:off x="7777568" y="1482801"/>
            <a:ext cx="597146" cy="1653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1E42993-F725-503D-4730-BEC1F388D993}"/>
              </a:ext>
            </a:extLst>
          </p:cNvPr>
          <p:cNvCxnSpPr>
            <a:cxnSpLocks/>
          </p:cNvCxnSpPr>
          <p:nvPr/>
        </p:nvCxnSpPr>
        <p:spPr>
          <a:xfrm flipH="1">
            <a:off x="6811227" y="1566721"/>
            <a:ext cx="8093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03683E7-333C-6DA5-14CB-4208E44333E8}"/>
              </a:ext>
            </a:extLst>
          </p:cNvPr>
          <p:cNvCxnSpPr>
            <a:cxnSpLocks/>
          </p:cNvCxnSpPr>
          <p:nvPr/>
        </p:nvCxnSpPr>
        <p:spPr>
          <a:xfrm>
            <a:off x="6281347" y="1558641"/>
            <a:ext cx="33610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61753E5-E148-CD58-55CE-0A78828A85BC}"/>
              </a:ext>
            </a:extLst>
          </p:cNvPr>
          <p:cNvCxnSpPr>
            <a:cxnSpLocks/>
          </p:cNvCxnSpPr>
          <p:nvPr/>
        </p:nvCxnSpPr>
        <p:spPr>
          <a:xfrm>
            <a:off x="7839419" y="1566721"/>
            <a:ext cx="4808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675F301-47E3-088B-7144-16C56DBD7BEA}"/>
              </a:ext>
            </a:extLst>
          </p:cNvPr>
          <p:cNvCxnSpPr>
            <a:cxnSpLocks/>
          </p:cNvCxnSpPr>
          <p:nvPr/>
        </p:nvCxnSpPr>
        <p:spPr>
          <a:xfrm>
            <a:off x="6774377" y="1718327"/>
            <a:ext cx="102700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3BD6F38-1F22-ED9C-5BB9-3623A6A86FDC}"/>
              </a:ext>
            </a:extLst>
          </p:cNvPr>
          <p:cNvCxnSpPr>
            <a:cxnSpLocks/>
          </p:cNvCxnSpPr>
          <p:nvPr/>
        </p:nvCxnSpPr>
        <p:spPr>
          <a:xfrm>
            <a:off x="4745484" y="1566721"/>
            <a:ext cx="33610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51B97FE-E15F-033B-3A63-A95E4D6E0F11}"/>
              </a:ext>
            </a:extLst>
          </p:cNvPr>
          <p:cNvCxnSpPr>
            <a:cxnSpLocks/>
          </p:cNvCxnSpPr>
          <p:nvPr/>
        </p:nvCxnSpPr>
        <p:spPr>
          <a:xfrm>
            <a:off x="5552212" y="1719773"/>
            <a:ext cx="59549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864C39B-EB15-95A1-CDDA-421DBA6A4115}"/>
              </a:ext>
            </a:extLst>
          </p:cNvPr>
          <p:cNvCxnSpPr>
            <a:cxnSpLocks/>
          </p:cNvCxnSpPr>
          <p:nvPr/>
        </p:nvCxnSpPr>
        <p:spPr>
          <a:xfrm>
            <a:off x="4318220" y="1725470"/>
            <a:ext cx="56096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9C6AAD0-015D-4CEB-B426-4C2B79E9D589}"/>
              </a:ext>
            </a:extLst>
          </p:cNvPr>
          <p:cNvCxnSpPr>
            <a:cxnSpLocks/>
          </p:cNvCxnSpPr>
          <p:nvPr/>
        </p:nvCxnSpPr>
        <p:spPr>
          <a:xfrm flipH="1">
            <a:off x="4972526" y="1730154"/>
            <a:ext cx="481380" cy="9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8B3BBF9-7875-B384-A8D3-82D25A3BD326}"/>
              </a:ext>
            </a:extLst>
          </p:cNvPr>
          <p:cNvCxnSpPr>
            <a:cxnSpLocks/>
          </p:cNvCxnSpPr>
          <p:nvPr/>
        </p:nvCxnSpPr>
        <p:spPr>
          <a:xfrm flipH="1">
            <a:off x="5172818" y="1568754"/>
            <a:ext cx="98434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E8D5647-355F-0755-1242-B49582C861BC}"/>
              </a:ext>
            </a:extLst>
          </p:cNvPr>
          <p:cNvCxnSpPr>
            <a:cxnSpLocks/>
          </p:cNvCxnSpPr>
          <p:nvPr/>
        </p:nvCxnSpPr>
        <p:spPr>
          <a:xfrm flipH="1">
            <a:off x="4308699" y="1568541"/>
            <a:ext cx="35193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921FE9B-4937-156B-CA7C-73B5EF0B178A}"/>
              </a:ext>
            </a:extLst>
          </p:cNvPr>
          <p:cNvCxnSpPr>
            <a:cxnSpLocks/>
          </p:cNvCxnSpPr>
          <p:nvPr/>
        </p:nvCxnSpPr>
        <p:spPr>
          <a:xfrm flipH="1">
            <a:off x="6217721" y="1717332"/>
            <a:ext cx="481380" cy="9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33D68A1-AB21-D32D-0197-A9DCC1EB3487}"/>
              </a:ext>
            </a:extLst>
          </p:cNvPr>
          <p:cNvCxnSpPr>
            <a:cxnSpLocks/>
          </p:cNvCxnSpPr>
          <p:nvPr/>
        </p:nvCxnSpPr>
        <p:spPr>
          <a:xfrm flipH="1">
            <a:off x="7867952" y="1727773"/>
            <a:ext cx="481380" cy="9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E2F33C4-3F2C-9E77-1B1C-FB1A94A37E4F}"/>
              </a:ext>
            </a:extLst>
          </p:cNvPr>
          <p:cNvGrpSpPr/>
          <p:nvPr/>
        </p:nvGrpSpPr>
        <p:grpSpPr>
          <a:xfrm>
            <a:off x="2827320" y="2670497"/>
            <a:ext cx="359568" cy="466725"/>
            <a:chOff x="2652713" y="4174331"/>
            <a:chExt cx="359568" cy="46672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E53D882-B2C2-C152-5663-A4F529D251F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8728DEC-3ED4-6FF1-F3A2-181D52248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E7431EC-EBAF-4D19-5529-D76AE413427F}"/>
              </a:ext>
            </a:extLst>
          </p:cNvPr>
          <p:cNvGrpSpPr/>
          <p:nvPr/>
        </p:nvGrpSpPr>
        <p:grpSpPr>
          <a:xfrm>
            <a:off x="2511874" y="2662543"/>
            <a:ext cx="359568" cy="466725"/>
            <a:chOff x="2652713" y="4174331"/>
            <a:chExt cx="359568" cy="466725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75515FA-CB40-6AF7-50CE-60436BA2CCD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DC375D7-B193-398C-AA7D-D13C857965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C484588-B47C-32FA-A948-B908A9C4B3F3}"/>
              </a:ext>
            </a:extLst>
          </p:cNvPr>
          <p:cNvGrpSpPr/>
          <p:nvPr/>
        </p:nvGrpSpPr>
        <p:grpSpPr>
          <a:xfrm>
            <a:off x="4439855" y="2699538"/>
            <a:ext cx="359568" cy="466725"/>
            <a:chOff x="2652713" y="4174331"/>
            <a:chExt cx="359568" cy="466725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A7D267D6-3E5F-A34A-4BAC-4614004B9913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421762A1-1270-D55D-B993-C76D72D0C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87E4B8-DDCD-D4CF-C740-8AEF55461950}"/>
              </a:ext>
            </a:extLst>
          </p:cNvPr>
          <p:cNvGrpSpPr/>
          <p:nvPr/>
        </p:nvGrpSpPr>
        <p:grpSpPr>
          <a:xfrm>
            <a:off x="4104145" y="2686393"/>
            <a:ext cx="359568" cy="466725"/>
            <a:chOff x="2652713" y="4174331"/>
            <a:chExt cx="359568" cy="466725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C8BEEE3-218A-7C3D-2699-F956E805E27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4D9BA2F5-CE81-4316-62DD-CCFCF8C30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A5AA611-99D3-D015-4284-0AAD75D3C01C}"/>
              </a:ext>
            </a:extLst>
          </p:cNvPr>
          <p:cNvGrpSpPr/>
          <p:nvPr/>
        </p:nvGrpSpPr>
        <p:grpSpPr>
          <a:xfrm>
            <a:off x="3460678" y="2688757"/>
            <a:ext cx="359568" cy="466725"/>
            <a:chOff x="2652713" y="4174331"/>
            <a:chExt cx="359568" cy="466725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C54D2F1-9BE9-ADA2-4144-BDF3617724B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BD863ADE-EECC-59A2-91F9-41C30702D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EEB914D-D204-3A5C-8123-431A17E685C3}"/>
              </a:ext>
            </a:extLst>
          </p:cNvPr>
          <p:cNvGrpSpPr/>
          <p:nvPr/>
        </p:nvGrpSpPr>
        <p:grpSpPr>
          <a:xfrm>
            <a:off x="3788699" y="2684702"/>
            <a:ext cx="359568" cy="466725"/>
            <a:chOff x="2652713" y="4174331"/>
            <a:chExt cx="359568" cy="466725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FBB0D7F-EB89-BC73-79C8-579C4C5433F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1A9943ED-53B4-166A-C783-09AACE3DF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1214F0B-4D17-4928-AC4E-2852CFBF8FE9}"/>
              </a:ext>
            </a:extLst>
          </p:cNvPr>
          <p:cNvGrpSpPr/>
          <p:nvPr/>
        </p:nvGrpSpPr>
        <p:grpSpPr>
          <a:xfrm>
            <a:off x="5736432" y="2704717"/>
            <a:ext cx="359568" cy="466725"/>
            <a:chOff x="2652713" y="4174331"/>
            <a:chExt cx="359568" cy="466725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FEE6CCD-2591-8956-35B0-5674E0C3C60D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2AECE8FC-AE97-23BF-956B-65A9E34A7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58CDAE9-E869-6FF2-D561-BF520741BC25}"/>
              </a:ext>
            </a:extLst>
          </p:cNvPr>
          <p:cNvGrpSpPr/>
          <p:nvPr/>
        </p:nvGrpSpPr>
        <p:grpSpPr>
          <a:xfrm>
            <a:off x="5400722" y="2691572"/>
            <a:ext cx="359568" cy="466725"/>
            <a:chOff x="2652713" y="4174331"/>
            <a:chExt cx="359568" cy="466725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E386D7E-5488-CE75-C86F-B749F30D60E4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546C96-7444-6581-9565-8341DDBCA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DA4D0634-2932-2D81-F358-EB9593F46CB1}"/>
              </a:ext>
            </a:extLst>
          </p:cNvPr>
          <p:cNvGrpSpPr/>
          <p:nvPr/>
        </p:nvGrpSpPr>
        <p:grpSpPr>
          <a:xfrm>
            <a:off x="4757255" y="2693936"/>
            <a:ext cx="359568" cy="466725"/>
            <a:chOff x="2652713" y="4174331"/>
            <a:chExt cx="359568" cy="466725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707108C-F4CD-4A47-F80E-7E4D1EEBA93B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F8DBB90-1F14-A474-277E-07D0B14D04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DE80DA1-CBB5-7CF2-2ED9-6F42E444CC1D}"/>
              </a:ext>
            </a:extLst>
          </p:cNvPr>
          <p:cNvGrpSpPr/>
          <p:nvPr/>
        </p:nvGrpSpPr>
        <p:grpSpPr>
          <a:xfrm>
            <a:off x="5085276" y="2689881"/>
            <a:ext cx="359568" cy="466725"/>
            <a:chOff x="2652713" y="4174331"/>
            <a:chExt cx="359568" cy="466725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476D8F3-4608-CCF0-C5F7-E0963E4C204C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D9F8AD2E-1DF0-9CB1-5349-89E269706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0C6C0CB-6082-7EF4-8C82-A5F2A45BE62A}"/>
              </a:ext>
            </a:extLst>
          </p:cNvPr>
          <p:cNvGrpSpPr/>
          <p:nvPr/>
        </p:nvGrpSpPr>
        <p:grpSpPr>
          <a:xfrm>
            <a:off x="7013257" y="2701824"/>
            <a:ext cx="359568" cy="466725"/>
            <a:chOff x="2652713" y="4174331"/>
            <a:chExt cx="359568" cy="466725"/>
          </a:xfrm>
        </p:grpSpPr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ABD2330D-9762-6612-632F-9911B256A75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B1198C56-866B-3626-E693-8F8E59EB6C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9A3A065-2114-1B7A-0A21-26842BDD414D}"/>
              </a:ext>
            </a:extLst>
          </p:cNvPr>
          <p:cNvGrpSpPr/>
          <p:nvPr/>
        </p:nvGrpSpPr>
        <p:grpSpPr>
          <a:xfrm>
            <a:off x="6677547" y="2701205"/>
            <a:ext cx="359568" cy="466725"/>
            <a:chOff x="2652713" y="4174331"/>
            <a:chExt cx="359568" cy="466725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5EB076E-0BF8-A108-ABC1-46B02A26FD8D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7CEEF869-3248-7B3B-FFAE-01B41FBDF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1483CF0-F737-DF91-1718-581C6F3E953F}"/>
              </a:ext>
            </a:extLst>
          </p:cNvPr>
          <p:cNvGrpSpPr/>
          <p:nvPr/>
        </p:nvGrpSpPr>
        <p:grpSpPr>
          <a:xfrm>
            <a:off x="6034080" y="2703569"/>
            <a:ext cx="359568" cy="466725"/>
            <a:chOff x="2652713" y="4174331"/>
            <a:chExt cx="359568" cy="466725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190B6D0-CD2C-2F75-9DB5-F4DED8C3C5F4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AB78FA17-AC90-07D0-8A22-F7D147AE3E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DCD6906-C9D8-3DA4-3FD6-D51655775C81}"/>
              </a:ext>
            </a:extLst>
          </p:cNvPr>
          <p:cNvGrpSpPr/>
          <p:nvPr/>
        </p:nvGrpSpPr>
        <p:grpSpPr>
          <a:xfrm>
            <a:off x="6362101" y="2699514"/>
            <a:ext cx="359568" cy="466725"/>
            <a:chOff x="2652713" y="4174331"/>
            <a:chExt cx="359568" cy="466725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E5AC458E-FF18-D26B-3423-67C91D48F434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59D91028-E29F-6995-67F0-960840739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FD4F934-2AA6-71E8-F7D3-94BFF12EA024}"/>
              </a:ext>
            </a:extLst>
          </p:cNvPr>
          <p:cNvGrpSpPr/>
          <p:nvPr/>
        </p:nvGrpSpPr>
        <p:grpSpPr>
          <a:xfrm>
            <a:off x="7989764" y="2720744"/>
            <a:ext cx="359568" cy="466725"/>
            <a:chOff x="2652713" y="4174331"/>
            <a:chExt cx="359568" cy="466725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F5A906D8-5ECA-D25A-51C1-7DFE3F0BBACE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7F106312-9717-8DE1-A7EA-6E7070D04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5C3F61C-CCF4-4D00-6A53-80F3E88EC3F7}"/>
              </a:ext>
            </a:extLst>
          </p:cNvPr>
          <p:cNvGrpSpPr/>
          <p:nvPr/>
        </p:nvGrpSpPr>
        <p:grpSpPr>
          <a:xfrm>
            <a:off x="7654054" y="2707599"/>
            <a:ext cx="359568" cy="466725"/>
            <a:chOff x="2652713" y="4174331"/>
            <a:chExt cx="359568" cy="466725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8FA39423-8509-9102-B261-1C758003DD6D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95815C7F-87FA-4D44-8E88-A0B58E7EDF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67D7F949-0253-E81D-71BB-E8351DA42B67}"/>
              </a:ext>
            </a:extLst>
          </p:cNvPr>
          <p:cNvGrpSpPr/>
          <p:nvPr/>
        </p:nvGrpSpPr>
        <p:grpSpPr>
          <a:xfrm>
            <a:off x="7338608" y="2705908"/>
            <a:ext cx="359568" cy="466725"/>
            <a:chOff x="2652713" y="4174331"/>
            <a:chExt cx="359568" cy="466725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FF94456C-3F7D-4325-FED6-CED860AAD710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6B7B99DC-5279-6D63-EFDC-1BF3B4D49E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12CF7BDE-8E76-5554-0EB0-895870C4968C}"/>
              </a:ext>
            </a:extLst>
          </p:cNvPr>
          <p:cNvGrpSpPr/>
          <p:nvPr/>
        </p:nvGrpSpPr>
        <p:grpSpPr>
          <a:xfrm>
            <a:off x="9286341" y="2725923"/>
            <a:ext cx="359568" cy="466725"/>
            <a:chOff x="2652713" y="4174331"/>
            <a:chExt cx="359568" cy="466725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C6CACC37-7D58-A568-9B8B-BEFE02AE1C09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BFB94E60-8CA7-66BE-1C7C-127F33EE4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1CC8D44-F44C-7D65-23D4-283537B93A93}"/>
              </a:ext>
            </a:extLst>
          </p:cNvPr>
          <p:cNvGrpSpPr/>
          <p:nvPr/>
        </p:nvGrpSpPr>
        <p:grpSpPr>
          <a:xfrm>
            <a:off x="8950631" y="2712778"/>
            <a:ext cx="359568" cy="466725"/>
            <a:chOff x="2652713" y="4174331"/>
            <a:chExt cx="359568" cy="466725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F02FA2A8-73AF-F04B-266A-6B28A41C9A23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4A324E85-E5F8-AC92-BA2A-66AA7A9B0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A8EBC99E-B743-D161-4409-6AB318ED259D}"/>
              </a:ext>
            </a:extLst>
          </p:cNvPr>
          <p:cNvGrpSpPr/>
          <p:nvPr/>
        </p:nvGrpSpPr>
        <p:grpSpPr>
          <a:xfrm>
            <a:off x="8307164" y="2715142"/>
            <a:ext cx="359568" cy="466725"/>
            <a:chOff x="2652713" y="4174331"/>
            <a:chExt cx="359568" cy="466725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D6FB8102-2F86-6400-2AA2-C3F776F7E401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9B1138DA-AD0A-F6E4-329B-B7C146AC9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38A37FFF-3D90-5E02-29BD-B442E1A1C918}"/>
              </a:ext>
            </a:extLst>
          </p:cNvPr>
          <p:cNvGrpSpPr/>
          <p:nvPr/>
        </p:nvGrpSpPr>
        <p:grpSpPr>
          <a:xfrm>
            <a:off x="8635185" y="2711087"/>
            <a:ext cx="359568" cy="466725"/>
            <a:chOff x="2652713" y="4174331"/>
            <a:chExt cx="359568" cy="466725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EC602B6-B9F0-A9DB-3EF6-B2A5AB022F52}"/>
                </a:ext>
              </a:extLst>
            </p:cNvPr>
            <p:cNvSpPr/>
            <p:nvPr/>
          </p:nvSpPr>
          <p:spPr>
            <a:xfrm>
              <a:off x="2686555" y="4307392"/>
              <a:ext cx="267855" cy="26785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28215F01-3833-F3A4-1C07-A72309B96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2713" y="4174331"/>
              <a:ext cx="359568" cy="466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41C2BDD-89BA-4D59-DB87-33838AE23D07}"/>
              </a:ext>
            </a:extLst>
          </p:cNvPr>
          <p:cNvSpPr/>
          <p:nvPr/>
        </p:nvSpPr>
        <p:spPr>
          <a:xfrm>
            <a:off x="3606557" y="2542554"/>
            <a:ext cx="1728787" cy="395769"/>
          </a:xfrm>
          <a:custGeom>
            <a:avLst/>
            <a:gdLst>
              <a:gd name="connsiteX0" fmla="*/ 0 w 1728787"/>
              <a:gd name="connsiteY0" fmla="*/ 0 h 395769"/>
              <a:gd name="connsiteX1" fmla="*/ 347662 w 1728787"/>
              <a:gd name="connsiteY1" fmla="*/ 371475 h 395769"/>
              <a:gd name="connsiteX2" fmla="*/ 985837 w 1728787"/>
              <a:gd name="connsiteY2" fmla="*/ 190500 h 395769"/>
              <a:gd name="connsiteX3" fmla="*/ 1385887 w 1728787"/>
              <a:gd name="connsiteY3" fmla="*/ 395288 h 395769"/>
              <a:gd name="connsiteX4" fmla="*/ 1728787 w 1728787"/>
              <a:gd name="connsiteY4" fmla="*/ 119063 h 395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787" h="395769">
                <a:moveTo>
                  <a:pt x="0" y="0"/>
                </a:moveTo>
                <a:cubicBezTo>
                  <a:pt x="91678" y="169862"/>
                  <a:pt x="183356" y="339725"/>
                  <a:pt x="347662" y="371475"/>
                </a:cubicBezTo>
                <a:cubicBezTo>
                  <a:pt x="511968" y="403225"/>
                  <a:pt x="812800" y="186531"/>
                  <a:pt x="985837" y="190500"/>
                </a:cubicBezTo>
                <a:cubicBezTo>
                  <a:pt x="1158874" y="194469"/>
                  <a:pt x="1262062" y="407194"/>
                  <a:pt x="1385887" y="395288"/>
                </a:cubicBezTo>
                <a:cubicBezTo>
                  <a:pt x="1509712" y="383382"/>
                  <a:pt x="1677193" y="133350"/>
                  <a:pt x="1728787" y="11906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1AE1715-9FC0-68BF-8D3E-29B5B4BFA74C}"/>
              </a:ext>
            </a:extLst>
          </p:cNvPr>
          <p:cNvSpPr/>
          <p:nvPr/>
        </p:nvSpPr>
        <p:spPr>
          <a:xfrm>
            <a:off x="2959449" y="3027028"/>
            <a:ext cx="3181350" cy="388756"/>
          </a:xfrm>
          <a:custGeom>
            <a:avLst/>
            <a:gdLst>
              <a:gd name="connsiteX0" fmla="*/ 0 w 2895600"/>
              <a:gd name="connsiteY0" fmla="*/ 0 h 693806"/>
              <a:gd name="connsiteX1" fmla="*/ 619125 w 2895600"/>
              <a:gd name="connsiteY1" fmla="*/ 609600 h 693806"/>
              <a:gd name="connsiteX2" fmla="*/ 1690688 w 2895600"/>
              <a:gd name="connsiteY2" fmla="*/ 352425 h 693806"/>
              <a:gd name="connsiteX3" fmla="*/ 2309813 w 2895600"/>
              <a:gd name="connsiteY3" fmla="*/ 690562 h 693806"/>
              <a:gd name="connsiteX4" fmla="*/ 2895600 w 2895600"/>
              <a:gd name="connsiteY4" fmla="*/ 104775 h 693806"/>
              <a:gd name="connsiteX0" fmla="*/ 0 w 2895600"/>
              <a:gd name="connsiteY0" fmla="*/ 0 h 692943"/>
              <a:gd name="connsiteX1" fmla="*/ 619125 w 2895600"/>
              <a:gd name="connsiteY1" fmla="*/ 609600 h 692943"/>
              <a:gd name="connsiteX2" fmla="*/ 1604963 w 2895600"/>
              <a:gd name="connsiteY2" fmla="*/ 209550 h 692943"/>
              <a:gd name="connsiteX3" fmla="*/ 2309813 w 2895600"/>
              <a:gd name="connsiteY3" fmla="*/ 690562 h 692943"/>
              <a:gd name="connsiteX4" fmla="*/ 2895600 w 2895600"/>
              <a:gd name="connsiteY4" fmla="*/ 104775 h 692943"/>
              <a:gd name="connsiteX0" fmla="*/ 0 w 2895600"/>
              <a:gd name="connsiteY0" fmla="*/ 114300 h 588168"/>
              <a:gd name="connsiteX1" fmla="*/ 619125 w 2895600"/>
              <a:gd name="connsiteY1" fmla="*/ 504825 h 588168"/>
              <a:gd name="connsiteX2" fmla="*/ 1604963 w 2895600"/>
              <a:gd name="connsiteY2" fmla="*/ 104775 h 588168"/>
              <a:gd name="connsiteX3" fmla="*/ 2309813 w 2895600"/>
              <a:gd name="connsiteY3" fmla="*/ 585787 h 588168"/>
              <a:gd name="connsiteX4" fmla="*/ 2895600 w 2895600"/>
              <a:gd name="connsiteY4" fmla="*/ 0 h 588168"/>
              <a:gd name="connsiteX0" fmla="*/ 0 w 2895600"/>
              <a:gd name="connsiteY0" fmla="*/ 114300 h 588280"/>
              <a:gd name="connsiteX1" fmla="*/ 671513 w 2895600"/>
              <a:gd name="connsiteY1" fmla="*/ 357187 h 588280"/>
              <a:gd name="connsiteX2" fmla="*/ 1604963 w 2895600"/>
              <a:gd name="connsiteY2" fmla="*/ 104775 h 588280"/>
              <a:gd name="connsiteX3" fmla="*/ 2309813 w 2895600"/>
              <a:gd name="connsiteY3" fmla="*/ 585787 h 588280"/>
              <a:gd name="connsiteX4" fmla="*/ 2895600 w 2895600"/>
              <a:gd name="connsiteY4" fmla="*/ 0 h 588280"/>
              <a:gd name="connsiteX0" fmla="*/ 0 w 2895600"/>
              <a:gd name="connsiteY0" fmla="*/ 114300 h 502960"/>
              <a:gd name="connsiteX1" fmla="*/ 671513 w 2895600"/>
              <a:gd name="connsiteY1" fmla="*/ 357187 h 502960"/>
              <a:gd name="connsiteX2" fmla="*/ 1604963 w 2895600"/>
              <a:gd name="connsiteY2" fmla="*/ 104775 h 502960"/>
              <a:gd name="connsiteX3" fmla="*/ 2324101 w 2895600"/>
              <a:gd name="connsiteY3" fmla="*/ 500062 h 502960"/>
              <a:gd name="connsiteX4" fmla="*/ 2895600 w 2895600"/>
              <a:gd name="connsiteY4" fmla="*/ 0 h 502960"/>
              <a:gd name="connsiteX0" fmla="*/ 0 w 3181350"/>
              <a:gd name="connsiteY0" fmla="*/ 10989 h 399649"/>
              <a:gd name="connsiteX1" fmla="*/ 671513 w 3181350"/>
              <a:gd name="connsiteY1" fmla="*/ 253876 h 399649"/>
              <a:gd name="connsiteX2" fmla="*/ 1604963 w 3181350"/>
              <a:gd name="connsiteY2" fmla="*/ 1464 h 399649"/>
              <a:gd name="connsiteX3" fmla="*/ 2324101 w 3181350"/>
              <a:gd name="connsiteY3" fmla="*/ 396751 h 399649"/>
              <a:gd name="connsiteX4" fmla="*/ 3181350 w 3181350"/>
              <a:gd name="connsiteY4" fmla="*/ 72901 h 399649"/>
              <a:gd name="connsiteX0" fmla="*/ 0 w 3181350"/>
              <a:gd name="connsiteY0" fmla="*/ 9657 h 398218"/>
              <a:gd name="connsiteX1" fmla="*/ 695325 w 3181350"/>
              <a:gd name="connsiteY1" fmla="*/ 347794 h 398218"/>
              <a:gd name="connsiteX2" fmla="*/ 1604963 w 3181350"/>
              <a:gd name="connsiteY2" fmla="*/ 132 h 398218"/>
              <a:gd name="connsiteX3" fmla="*/ 2324101 w 3181350"/>
              <a:gd name="connsiteY3" fmla="*/ 395419 h 398218"/>
              <a:gd name="connsiteX4" fmla="*/ 3181350 w 3181350"/>
              <a:gd name="connsiteY4" fmla="*/ 71569 h 398218"/>
              <a:gd name="connsiteX0" fmla="*/ 0 w 3181350"/>
              <a:gd name="connsiteY0" fmla="*/ 135 h 388756"/>
              <a:gd name="connsiteX1" fmla="*/ 695325 w 3181350"/>
              <a:gd name="connsiteY1" fmla="*/ 338272 h 388756"/>
              <a:gd name="connsiteX2" fmla="*/ 1481138 w 3181350"/>
              <a:gd name="connsiteY2" fmla="*/ 135 h 388756"/>
              <a:gd name="connsiteX3" fmla="*/ 2324101 w 3181350"/>
              <a:gd name="connsiteY3" fmla="*/ 385897 h 388756"/>
              <a:gd name="connsiteX4" fmla="*/ 3181350 w 3181350"/>
              <a:gd name="connsiteY4" fmla="*/ 62047 h 388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350" h="388756">
                <a:moveTo>
                  <a:pt x="0" y="135"/>
                </a:moveTo>
                <a:cubicBezTo>
                  <a:pt x="168672" y="275566"/>
                  <a:pt x="448469" y="338272"/>
                  <a:pt x="695325" y="338272"/>
                </a:cubicBezTo>
                <a:cubicBezTo>
                  <a:pt x="942181" y="338272"/>
                  <a:pt x="1209675" y="-7803"/>
                  <a:pt x="1481138" y="135"/>
                </a:cubicBezTo>
                <a:cubicBezTo>
                  <a:pt x="1752601" y="8073"/>
                  <a:pt x="2123282" y="427172"/>
                  <a:pt x="2324101" y="385897"/>
                </a:cubicBezTo>
                <a:cubicBezTo>
                  <a:pt x="2524920" y="344622"/>
                  <a:pt x="3021806" y="139835"/>
                  <a:pt x="3181350" y="62047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3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05DD87-2734-50C6-7627-4FEAF153F394}"/>
              </a:ext>
            </a:extLst>
          </p:cNvPr>
          <p:cNvSpPr/>
          <p:nvPr/>
        </p:nvSpPr>
        <p:spPr>
          <a:xfrm>
            <a:off x="4907280" y="2065020"/>
            <a:ext cx="297180" cy="594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707BBE-8921-A472-9100-3C88BB071888}"/>
              </a:ext>
            </a:extLst>
          </p:cNvPr>
          <p:cNvSpPr/>
          <p:nvPr/>
        </p:nvSpPr>
        <p:spPr>
          <a:xfrm>
            <a:off x="579120" y="1851660"/>
            <a:ext cx="5334000" cy="2133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Glass Slide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4D566F-942C-AD85-828A-B25BD7981DD1}"/>
              </a:ext>
            </a:extLst>
          </p:cNvPr>
          <p:cNvSpPr/>
          <p:nvPr/>
        </p:nvSpPr>
        <p:spPr>
          <a:xfrm>
            <a:off x="4640580" y="1493520"/>
            <a:ext cx="830580" cy="1165860"/>
          </a:xfrm>
          <a:prstGeom prst="arc">
            <a:avLst>
              <a:gd name="adj1" fmla="val 21492605"/>
              <a:gd name="adj2" fmla="val 10871388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FB603C-4B6D-95CE-F69A-FC8F9C2A5294}"/>
              </a:ext>
            </a:extLst>
          </p:cNvPr>
          <p:cNvSpPr/>
          <p:nvPr/>
        </p:nvSpPr>
        <p:spPr>
          <a:xfrm>
            <a:off x="4773930" y="2432074"/>
            <a:ext cx="563880" cy="5244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5B7874-96ED-C985-2872-1B9BB8399F55}"/>
              </a:ext>
            </a:extLst>
          </p:cNvPr>
          <p:cNvCxnSpPr>
            <a:cxnSpLocks/>
            <a:stCxn id="8" idx="1"/>
            <a:endCxn id="16" idx="1"/>
          </p:cNvCxnSpPr>
          <p:nvPr/>
        </p:nvCxnSpPr>
        <p:spPr>
          <a:xfrm flipV="1">
            <a:off x="4856508" y="978848"/>
            <a:ext cx="1440489" cy="15300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43498C-E2FC-74BE-0744-1E015A1D25E3}"/>
              </a:ext>
            </a:extLst>
          </p:cNvPr>
          <p:cNvCxnSpPr>
            <a:cxnSpLocks/>
            <a:stCxn id="8" idx="4"/>
            <a:endCxn id="16" idx="4"/>
          </p:cNvCxnSpPr>
          <p:nvPr/>
        </p:nvCxnSpPr>
        <p:spPr>
          <a:xfrm flipV="1">
            <a:off x="5055870" y="2734949"/>
            <a:ext cx="1968528" cy="2216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65F614-6655-A878-82A7-0C21011CBFF0}"/>
              </a:ext>
            </a:extLst>
          </p:cNvPr>
          <p:cNvSpPr/>
          <p:nvPr/>
        </p:nvSpPr>
        <p:spPr>
          <a:xfrm>
            <a:off x="6485628" y="785003"/>
            <a:ext cx="1077539" cy="671221"/>
          </a:xfrm>
          <a:prstGeom prst="roundRect">
            <a:avLst>
              <a:gd name="adj" fmla="val 1449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PDMS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7987143D-02A4-7AD2-C6E7-3A8E1346E0D4}"/>
              </a:ext>
            </a:extLst>
          </p:cNvPr>
          <p:cNvSpPr/>
          <p:nvPr/>
        </p:nvSpPr>
        <p:spPr>
          <a:xfrm>
            <a:off x="6075944" y="677549"/>
            <a:ext cx="1968527" cy="815972"/>
          </a:xfrm>
          <a:prstGeom prst="arc">
            <a:avLst>
              <a:gd name="adj1" fmla="val 721217"/>
              <a:gd name="adj2" fmla="val 10260122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C0D7D6-64E4-4EE6-5F85-9F25D82CCD3F}"/>
              </a:ext>
            </a:extLst>
          </p:cNvPr>
          <p:cNvSpPr/>
          <p:nvPr/>
        </p:nvSpPr>
        <p:spPr>
          <a:xfrm>
            <a:off x="5995698" y="677549"/>
            <a:ext cx="2057400" cy="2057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85B01E-B9E1-D920-64D9-CD1113BAEB90}"/>
              </a:ext>
            </a:extLst>
          </p:cNvPr>
          <p:cNvSpPr/>
          <p:nvPr/>
        </p:nvSpPr>
        <p:spPr>
          <a:xfrm>
            <a:off x="6695992" y="1530817"/>
            <a:ext cx="655825" cy="701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11BFC67-0A9A-6309-C860-3590EAC8A83F}"/>
              </a:ext>
            </a:extLst>
          </p:cNvPr>
          <p:cNvSpPr/>
          <p:nvPr/>
        </p:nvSpPr>
        <p:spPr>
          <a:xfrm>
            <a:off x="6803034" y="1600975"/>
            <a:ext cx="404627" cy="4571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AE6B67-3A94-08F5-B72B-3712A1D0B205}"/>
              </a:ext>
            </a:extLst>
          </p:cNvPr>
          <p:cNvSpPr/>
          <p:nvPr/>
        </p:nvSpPr>
        <p:spPr>
          <a:xfrm>
            <a:off x="6695991" y="1647211"/>
            <a:ext cx="655825" cy="7015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BA5C51-7FB7-601A-BD2F-A835C8180CAB}"/>
              </a:ext>
            </a:extLst>
          </p:cNvPr>
          <p:cNvSpPr/>
          <p:nvPr/>
        </p:nvSpPr>
        <p:spPr>
          <a:xfrm>
            <a:off x="4249130" y="3017520"/>
            <a:ext cx="1613479" cy="36417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Diamond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B736A88-7CF4-2DC9-17A5-51D6AEFE70B6}"/>
              </a:ext>
            </a:extLst>
          </p:cNvPr>
          <p:cNvCxnSpPr/>
          <p:nvPr/>
        </p:nvCxnSpPr>
        <p:spPr>
          <a:xfrm>
            <a:off x="5330084" y="1161642"/>
            <a:ext cx="1348480" cy="46404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44288BB-4650-0B6E-B5AA-01B95173F6D4}"/>
              </a:ext>
            </a:extLst>
          </p:cNvPr>
          <p:cNvSpPr txBox="1"/>
          <p:nvPr/>
        </p:nvSpPr>
        <p:spPr>
          <a:xfrm>
            <a:off x="4038411" y="762369"/>
            <a:ext cx="1689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Van Der Waals</a:t>
            </a:r>
          </a:p>
          <a:p>
            <a:pPr algn="ctr"/>
            <a:r>
              <a:rPr lang="en-US" b="1" dirty="0"/>
              <a:t>Material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FB87001-2DD1-E307-5D73-D2A00585BDEA}"/>
              </a:ext>
            </a:extLst>
          </p:cNvPr>
          <p:cNvCxnSpPr>
            <a:cxnSpLocks/>
          </p:cNvCxnSpPr>
          <p:nvPr/>
        </p:nvCxnSpPr>
        <p:spPr>
          <a:xfrm flipV="1">
            <a:off x="7402326" y="1478266"/>
            <a:ext cx="208302" cy="586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79B382-6129-79C2-62BF-0779F96A309B}"/>
              </a:ext>
            </a:extLst>
          </p:cNvPr>
          <p:cNvSpPr txBox="1"/>
          <p:nvPr/>
        </p:nvSpPr>
        <p:spPr>
          <a:xfrm>
            <a:off x="6695991" y="2029616"/>
            <a:ext cx="119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Polycarbonate</a:t>
            </a:r>
          </a:p>
          <a:p>
            <a:pPr algn="ctr"/>
            <a:r>
              <a:rPr lang="en-US" sz="1200" b="1" dirty="0"/>
              <a:t>Film</a:t>
            </a:r>
          </a:p>
        </p:txBody>
      </p:sp>
    </p:spTree>
    <p:extLst>
      <p:ext uri="{BB962C8B-B14F-4D97-AF65-F5344CB8AC3E}">
        <p14:creationId xmlns:p14="http://schemas.microsoft.com/office/powerpoint/2010/main" val="377612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BDDB6F-BA30-28D8-FE87-5EDB6B280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80" b="48796"/>
          <a:stretch>
            <a:fillRect/>
          </a:stretch>
        </p:blipFill>
        <p:spPr bwMode="auto">
          <a:xfrm>
            <a:off x="1101725" y="850899"/>
            <a:ext cx="8264525" cy="551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36DBD0F-69DF-FCD3-03BF-670B791988BB}"/>
              </a:ext>
            </a:extLst>
          </p:cNvPr>
          <p:cNvSpPr/>
          <p:nvPr/>
        </p:nvSpPr>
        <p:spPr>
          <a:xfrm>
            <a:off x="4297389" y="1946394"/>
            <a:ext cx="1322035" cy="1629787"/>
          </a:xfrm>
          <a:custGeom>
            <a:avLst/>
            <a:gdLst>
              <a:gd name="connsiteX0" fmla="*/ 30353 w 1326797"/>
              <a:gd name="connsiteY0" fmla="*/ 1625939 h 1625939"/>
              <a:gd name="connsiteX1" fmla="*/ 55406 w 1326797"/>
              <a:gd name="connsiteY1" fmla="*/ 1118635 h 1625939"/>
              <a:gd name="connsiteX2" fmla="*/ 537658 w 1326797"/>
              <a:gd name="connsiteY2" fmla="*/ 1131161 h 1625939"/>
              <a:gd name="connsiteX3" fmla="*/ 525132 w 1326797"/>
              <a:gd name="connsiteY3" fmla="*/ 636383 h 1625939"/>
              <a:gd name="connsiteX4" fmla="*/ 925964 w 1326797"/>
              <a:gd name="connsiteY4" fmla="*/ 586279 h 1625939"/>
              <a:gd name="connsiteX5" fmla="*/ 925964 w 1326797"/>
              <a:gd name="connsiteY5" fmla="*/ 172920 h 1625939"/>
              <a:gd name="connsiteX6" fmla="*/ 1226589 w 1326797"/>
              <a:gd name="connsiteY6" fmla="*/ 104026 h 1625939"/>
              <a:gd name="connsiteX7" fmla="*/ 1326797 w 1326797"/>
              <a:gd name="connsiteY7" fmla="*/ 41396 h 1625939"/>
              <a:gd name="connsiteX0" fmla="*/ 30353 w 1322035"/>
              <a:gd name="connsiteY0" fmla="*/ 1664591 h 1664591"/>
              <a:gd name="connsiteX1" fmla="*/ 55406 w 1322035"/>
              <a:gd name="connsiteY1" fmla="*/ 1157287 h 1664591"/>
              <a:gd name="connsiteX2" fmla="*/ 537658 w 1322035"/>
              <a:gd name="connsiteY2" fmla="*/ 1169813 h 1664591"/>
              <a:gd name="connsiteX3" fmla="*/ 525132 w 1322035"/>
              <a:gd name="connsiteY3" fmla="*/ 675035 h 1664591"/>
              <a:gd name="connsiteX4" fmla="*/ 925964 w 1322035"/>
              <a:gd name="connsiteY4" fmla="*/ 624931 h 1664591"/>
              <a:gd name="connsiteX5" fmla="*/ 925964 w 1322035"/>
              <a:gd name="connsiteY5" fmla="*/ 211572 h 1664591"/>
              <a:gd name="connsiteX6" fmla="*/ 1226589 w 1322035"/>
              <a:gd name="connsiteY6" fmla="*/ 142678 h 1664591"/>
              <a:gd name="connsiteX7" fmla="*/ 1322035 w 1322035"/>
              <a:gd name="connsiteY7" fmla="*/ 34804 h 1664591"/>
              <a:gd name="connsiteX0" fmla="*/ 30353 w 1322035"/>
              <a:gd name="connsiteY0" fmla="*/ 1629787 h 1629787"/>
              <a:gd name="connsiteX1" fmla="*/ 55406 w 1322035"/>
              <a:gd name="connsiteY1" fmla="*/ 1122483 h 1629787"/>
              <a:gd name="connsiteX2" fmla="*/ 537658 w 1322035"/>
              <a:gd name="connsiteY2" fmla="*/ 1135009 h 1629787"/>
              <a:gd name="connsiteX3" fmla="*/ 525132 w 1322035"/>
              <a:gd name="connsiteY3" fmla="*/ 640231 h 1629787"/>
              <a:gd name="connsiteX4" fmla="*/ 925964 w 1322035"/>
              <a:gd name="connsiteY4" fmla="*/ 590127 h 1629787"/>
              <a:gd name="connsiteX5" fmla="*/ 925964 w 1322035"/>
              <a:gd name="connsiteY5" fmla="*/ 176768 h 1629787"/>
              <a:gd name="connsiteX6" fmla="*/ 1226589 w 1322035"/>
              <a:gd name="connsiteY6" fmla="*/ 107874 h 1629787"/>
              <a:gd name="connsiteX7" fmla="*/ 1322035 w 1322035"/>
              <a:gd name="connsiteY7" fmla="*/ 0 h 1629787"/>
              <a:gd name="connsiteX0" fmla="*/ 30353 w 1322035"/>
              <a:gd name="connsiteY0" fmla="*/ 1629787 h 1629787"/>
              <a:gd name="connsiteX1" fmla="*/ 55406 w 1322035"/>
              <a:gd name="connsiteY1" fmla="*/ 1122483 h 1629787"/>
              <a:gd name="connsiteX2" fmla="*/ 537658 w 1322035"/>
              <a:gd name="connsiteY2" fmla="*/ 1135009 h 1629787"/>
              <a:gd name="connsiteX3" fmla="*/ 501319 w 1322035"/>
              <a:gd name="connsiteY3" fmla="*/ 647375 h 1629787"/>
              <a:gd name="connsiteX4" fmla="*/ 925964 w 1322035"/>
              <a:gd name="connsiteY4" fmla="*/ 590127 h 1629787"/>
              <a:gd name="connsiteX5" fmla="*/ 925964 w 1322035"/>
              <a:gd name="connsiteY5" fmla="*/ 176768 h 1629787"/>
              <a:gd name="connsiteX6" fmla="*/ 1226589 w 1322035"/>
              <a:gd name="connsiteY6" fmla="*/ 107874 h 1629787"/>
              <a:gd name="connsiteX7" fmla="*/ 1322035 w 1322035"/>
              <a:gd name="connsiteY7" fmla="*/ 0 h 162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2035" h="1629787">
                <a:moveTo>
                  <a:pt x="30353" y="1629787"/>
                </a:moveTo>
                <a:cubicBezTo>
                  <a:pt x="604" y="1417366"/>
                  <a:pt x="-29145" y="1204946"/>
                  <a:pt x="55406" y="1122483"/>
                </a:cubicBezTo>
                <a:cubicBezTo>
                  <a:pt x="139957" y="1040020"/>
                  <a:pt x="463339" y="1214194"/>
                  <a:pt x="537658" y="1135009"/>
                </a:cubicBezTo>
                <a:cubicBezTo>
                  <a:pt x="611977" y="1055824"/>
                  <a:pt x="436601" y="738189"/>
                  <a:pt x="501319" y="647375"/>
                </a:cubicBezTo>
                <a:cubicBezTo>
                  <a:pt x="566037" y="556561"/>
                  <a:pt x="855190" y="668561"/>
                  <a:pt x="925964" y="590127"/>
                </a:cubicBezTo>
                <a:cubicBezTo>
                  <a:pt x="996738" y="511693"/>
                  <a:pt x="875860" y="257143"/>
                  <a:pt x="925964" y="176768"/>
                </a:cubicBezTo>
                <a:cubicBezTo>
                  <a:pt x="976068" y="96393"/>
                  <a:pt x="1159784" y="129795"/>
                  <a:pt x="1226589" y="107874"/>
                </a:cubicBezTo>
                <a:cubicBezTo>
                  <a:pt x="1293395" y="85953"/>
                  <a:pt x="1270268" y="50528"/>
                  <a:pt x="1322035" y="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776EAD-A8CB-DF1C-61E6-DCC64E4AC418}"/>
              </a:ext>
            </a:extLst>
          </p:cNvPr>
          <p:cNvSpPr/>
          <p:nvPr/>
        </p:nvSpPr>
        <p:spPr>
          <a:xfrm rot="19783519">
            <a:off x="4632989" y="2330617"/>
            <a:ext cx="1536844" cy="1325645"/>
          </a:xfrm>
          <a:custGeom>
            <a:avLst/>
            <a:gdLst>
              <a:gd name="connsiteX0" fmla="*/ 30353 w 1326797"/>
              <a:gd name="connsiteY0" fmla="*/ 1625939 h 1625939"/>
              <a:gd name="connsiteX1" fmla="*/ 55406 w 1326797"/>
              <a:gd name="connsiteY1" fmla="*/ 1118635 h 1625939"/>
              <a:gd name="connsiteX2" fmla="*/ 537658 w 1326797"/>
              <a:gd name="connsiteY2" fmla="*/ 1131161 h 1625939"/>
              <a:gd name="connsiteX3" fmla="*/ 525132 w 1326797"/>
              <a:gd name="connsiteY3" fmla="*/ 636383 h 1625939"/>
              <a:gd name="connsiteX4" fmla="*/ 925964 w 1326797"/>
              <a:gd name="connsiteY4" fmla="*/ 586279 h 1625939"/>
              <a:gd name="connsiteX5" fmla="*/ 925964 w 1326797"/>
              <a:gd name="connsiteY5" fmla="*/ 172920 h 1625939"/>
              <a:gd name="connsiteX6" fmla="*/ 1226589 w 1326797"/>
              <a:gd name="connsiteY6" fmla="*/ 104026 h 1625939"/>
              <a:gd name="connsiteX7" fmla="*/ 1326797 w 1326797"/>
              <a:gd name="connsiteY7" fmla="*/ 41396 h 1625939"/>
              <a:gd name="connsiteX0" fmla="*/ 30353 w 1269883"/>
              <a:gd name="connsiteY0" fmla="*/ 1608167 h 1608167"/>
              <a:gd name="connsiteX1" fmla="*/ 55406 w 1269883"/>
              <a:gd name="connsiteY1" fmla="*/ 1100863 h 1608167"/>
              <a:gd name="connsiteX2" fmla="*/ 537658 w 1269883"/>
              <a:gd name="connsiteY2" fmla="*/ 1113389 h 1608167"/>
              <a:gd name="connsiteX3" fmla="*/ 525132 w 1269883"/>
              <a:gd name="connsiteY3" fmla="*/ 618611 h 1608167"/>
              <a:gd name="connsiteX4" fmla="*/ 925964 w 1269883"/>
              <a:gd name="connsiteY4" fmla="*/ 568507 h 1608167"/>
              <a:gd name="connsiteX5" fmla="*/ 925964 w 1269883"/>
              <a:gd name="connsiteY5" fmla="*/ 155148 h 1608167"/>
              <a:gd name="connsiteX6" fmla="*/ 1226589 w 1269883"/>
              <a:gd name="connsiteY6" fmla="*/ 86254 h 1608167"/>
              <a:gd name="connsiteX7" fmla="*/ 1269883 w 1269883"/>
              <a:gd name="connsiteY7" fmla="*/ 45546 h 1608167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25964 w 1269883"/>
              <a:gd name="connsiteY5" fmla="*/ 109602 h 1562621"/>
              <a:gd name="connsiteX6" fmla="*/ 1226589 w 1269883"/>
              <a:gd name="connsiteY6" fmla="*/ 40708 h 1562621"/>
              <a:gd name="connsiteX7" fmla="*/ 1269883 w 1269883"/>
              <a:gd name="connsiteY7" fmla="*/ 0 h 1562621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25964 w 1269883"/>
              <a:gd name="connsiteY5" fmla="*/ 109602 h 1562621"/>
              <a:gd name="connsiteX6" fmla="*/ 1157315 w 1269883"/>
              <a:gd name="connsiteY6" fmla="*/ 121590 h 1562621"/>
              <a:gd name="connsiteX7" fmla="*/ 1269883 w 1269883"/>
              <a:gd name="connsiteY7" fmla="*/ 0 h 1562621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59026 w 1269883"/>
              <a:gd name="connsiteY5" fmla="*/ 175775 h 1562621"/>
              <a:gd name="connsiteX6" fmla="*/ 1157315 w 1269883"/>
              <a:gd name="connsiteY6" fmla="*/ 121590 h 1562621"/>
              <a:gd name="connsiteX7" fmla="*/ 1269883 w 1269883"/>
              <a:gd name="connsiteY7" fmla="*/ 0 h 1562621"/>
              <a:gd name="connsiteX0" fmla="*/ 2755 w 1539599"/>
              <a:gd name="connsiteY0" fmla="*/ 1325645 h 1325645"/>
              <a:gd name="connsiteX1" fmla="*/ 325122 w 1539599"/>
              <a:gd name="connsiteY1" fmla="*/ 1055317 h 1325645"/>
              <a:gd name="connsiteX2" fmla="*/ 807374 w 1539599"/>
              <a:gd name="connsiteY2" fmla="*/ 1067843 h 1325645"/>
              <a:gd name="connsiteX3" fmla="*/ 794848 w 1539599"/>
              <a:gd name="connsiteY3" fmla="*/ 573065 h 1325645"/>
              <a:gd name="connsiteX4" fmla="*/ 1195680 w 1539599"/>
              <a:gd name="connsiteY4" fmla="*/ 522961 h 1325645"/>
              <a:gd name="connsiteX5" fmla="*/ 1228742 w 1539599"/>
              <a:gd name="connsiteY5" fmla="*/ 175775 h 1325645"/>
              <a:gd name="connsiteX6" fmla="*/ 1427031 w 1539599"/>
              <a:gd name="connsiteY6" fmla="*/ 121590 h 1325645"/>
              <a:gd name="connsiteX7" fmla="*/ 1539599 w 1539599"/>
              <a:gd name="connsiteY7" fmla="*/ 0 h 1325645"/>
              <a:gd name="connsiteX0" fmla="*/ 0 w 1536844"/>
              <a:gd name="connsiteY0" fmla="*/ 1325645 h 1325645"/>
              <a:gd name="connsiteX1" fmla="*/ 322367 w 1536844"/>
              <a:gd name="connsiteY1" fmla="*/ 1055317 h 1325645"/>
              <a:gd name="connsiteX2" fmla="*/ 804619 w 1536844"/>
              <a:gd name="connsiteY2" fmla="*/ 1067843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  <a:gd name="connsiteX0" fmla="*/ 0 w 1536844"/>
              <a:gd name="connsiteY0" fmla="*/ 1325645 h 1325645"/>
              <a:gd name="connsiteX1" fmla="*/ 303024 w 1536844"/>
              <a:gd name="connsiteY1" fmla="*/ 975092 h 1325645"/>
              <a:gd name="connsiteX2" fmla="*/ 804619 w 1536844"/>
              <a:gd name="connsiteY2" fmla="*/ 1067843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  <a:gd name="connsiteX0" fmla="*/ 0 w 1536844"/>
              <a:gd name="connsiteY0" fmla="*/ 1325645 h 1325645"/>
              <a:gd name="connsiteX1" fmla="*/ 303024 w 1536844"/>
              <a:gd name="connsiteY1" fmla="*/ 975092 h 1325645"/>
              <a:gd name="connsiteX2" fmla="*/ 744982 w 1536844"/>
              <a:gd name="connsiteY2" fmla="*/ 1033028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36844" h="1325645">
                <a:moveTo>
                  <a:pt x="0" y="1325645"/>
                </a:moveTo>
                <a:cubicBezTo>
                  <a:pt x="208815" y="1219400"/>
                  <a:pt x="178860" y="1023861"/>
                  <a:pt x="303024" y="975092"/>
                </a:cubicBezTo>
                <a:cubicBezTo>
                  <a:pt x="427188" y="926323"/>
                  <a:pt x="663471" y="1100032"/>
                  <a:pt x="744982" y="1033028"/>
                </a:cubicBezTo>
                <a:cubicBezTo>
                  <a:pt x="826493" y="966024"/>
                  <a:pt x="717436" y="658076"/>
                  <a:pt x="792093" y="573065"/>
                </a:cubicBezTo>
                <a:cubicBezTo>
                  <a:pt x="866750" y="488054"/>
                  <a:pt x="1120609" y="589176"/>
                  <a:pt x="1192925" y="522961"/>
                </a:cubicBezTo>
                <a:cubicBezTo>
                  <a:pt x="1265241" y="456746"/>
                  <a:pt x="1187429" y="242670"/>
                  <a:pt x="1225987" y="175775"/>
                </a:cubicBezTo>
                <a:cubicBezTo>
                  <a:pt x="1264545" y="108880"/>
                  <a:pt x="1357471" y="143511"/>
                  <a:pt x="1424276" y="121590"/>
                </a:cubicBezTo>
                <a:cubicBezTo>
                  <a:pt x="1491082" y="99669"/>
                  <a:pt x="1465570" y="69281"/>
                  <a:pt x="1536844" y="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E9826E4-B6C4-1F26-D785-3C99200377B7}"/>
              </a:ext>
            </a:extLst>
          </p:cNvPr>
          <p:cNvSpPr/>
          <p:nvPr/>
        </p:nvSpPr>
        <p:spPr>
          <a:xfrm rot="19783519">
            <a:off x="4032975" y="2471889"/>
            <a:ext cx="2040075" cy="1114152"/>
          </a:xfrm>
          <a:custGeom>
            <a:avLst/>
            <a:gdLst>
              <a:gd name="connsiteX0" fmla="*/ 30353 w 1326797"/>
              <a:gd name="connsiteY0" fmla="*/ 1625939 h 1625939"/>
              <a:gd name="connsiteX1" fmla="*/ 55406 w 1326797"/>
              <a:gd name="connsiteY1" fmla="*/ 1118635 h 1625939"/>
              <a:gd name="connsiteX2" fmla="*/ 537658 w 1326797"/>
              <a:gd name="connsiteY2" fmla="*/ 1131161 h 1625939"/>
              <a:gd name="connsiteX3" fmla="*/ 525132 w 1326797"/>
              <a:gd name="connsiteY3" fmla="*/ 636383 h 1625939"/>
              <a:gd name="connsiteX4" fmla="*/ 925964 w 1326797"/>
              <a:gd name="connsiteY4" fmla="*/ 586279 h 1625939"/>
              <a:gd name="connsiteX5" fmla="*/ 925964 w 1326797"/>
              <a:gd name="connsiteY5" fmla="*/ 172920 h 1625939"/>
              <a:gd name="connsiteX6" fmla="*/ 1226589 w 1326797"/>
              <a:gd name="connsiteY6" fmla="*/ 104026 h 1625939"/>
              <a:gd name="connsiteX7" fmla="*/ 1326797 w 1326797"/>
              <a:gd name="connsiteY7" fmla="*/ 41396 h 1625939"/>
              <a:gd name="connsiteX0" fmla="*/ 30353 w 1269883"/>
              <a:gd name="connsiteY0" fmla="*/ 1608167 h 1608167"/>
              <a:gd name="connsiteX1" fmla="*/ 55406 w 1269883"/>
              <a:gd name="connsiteY1" fmla="*/ 1100863 h 1608167"/>
              <a:gd name="connsiteX2" fmla="*/ 537658 w 1269883"/>
              <a:gd name="connsiteY2" fmla="*/ 1113389 h 1608167"/>
              <a:gd name="connsiteX3" fmla="*/ 525132 w 1269883"/>
              <a:gd name="connsiteY3" fmla="*/ 618611 h 1608167"/>
              <a:gd name="connsiteX4" fmla="*/ 925964 w 1269883"/>
              <a:gd name="connsiteY4" fmla="*/ 568507 h 1608167"/>
              <a:gd name="connsiteX5" fmla="*/ 925964 w 1269883"/>
              <a:gd name="connsiteY5" fmla="*/ 155148 h 1608167"/>
              <a:gd name="connsiteX6" fmla="*/ 1226589 w 1269883"/>
              <a:gd name="connsiteY6" fmla="*/ 86254 h 1608167"/>
              <a:gd name="connsiteX7" fmla="*/ 1269883 w 1269883"/>
              <a:gd name="connsiteY7" fmla="*/ 45546 h 1608167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25964 w 1269883"/>
              <a:gd name="connsiteY5" fmla="*/ 109602 h 1562621"/>
              <a:gd name="connsiteX6" fmla="*/ 1226589 w 1269883"/>
              <a:gd name="connsiteY6" fmla="*/ 40708 h 1562621"/>
              <a:gd name="connsiteX7" fmla="*/ 1269883 w 1269883"/>
              <a:gd name="connsiteY7" fmla="*/ 0 h 1562621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25964 w 1269883"/>
              <a:gd name="connsiteY5" fmla="*/ 109602 h 1562621"/>
              <a:gd name="connsiteX6" fmla="*/ 1157315 w 1269883"/>
              <a:gd name="connsiteY6" fmla="*/ 121590 h 1562621"/>
              <a:gd name="connsiteX7" fmla="*/ 1269883 w 1269883"/>
              <a:gd name="connsiteY7" fmla="*/ 0 h 1562621"/>
              <a:gd name="connsiteX0" fmla="*/ 30353 w 1269883"/>
              <a:gd name="connsiteY0" fmla="*/ 1562621 h 1562621"/>
              <a:gd name="connsiteX1" fmla="*/ 55406 w 1269883"/>
              <a:gd name="connsiteY1" fmla="*/ 1055317 h 1562621"/>
              <a:gd name="connsiteX2" fmla="*/ 537658 w 1269883"/>
              <a:gd name="connsiteY2" fmla="*/ 1067843 h 1562621"/>
              <a:gd name="connsiteX3" fmla="*/ 525132 w 1269883"/>
              <a:gd name="connsiteY3" fmla="*/ 573065 h 1562621"/>
              <a:gd name="connsiteX4" fmla="*/ 925964 w 1269883"/>
              <a:gd name="connsiteY4" fmla="*/ 522961 h 1562621"/>
              <a:gd name="connsiteX5" fmla="*/ 959026 w 1269883"/>
              <a:gd name="connsiteY5" fmla="*/ 175775 h 1562621"/>
              <a:gd name="connsiteX6" fmla="*/ 1157315 w 1269883"/>
              <a:gd name="connsiteY6" fmla="*/ 121590 h 1562621"/>
              <a:gd name="connsiteX7" fmla="*/ 1269883 w 1269883"/>
              <a:gd name="connsiteY7" fmla="*/ 0 h 1562621"/>
              <a:gd name="connsiteX0" fmla="*/ 2755 w 1539599"/>
              <a:gd name="connsiteY0" fmla="*/ 1325645 h 1325645"/>
              <a:gd name="connsiteX1" fmla="*/ 325122 w 1539599"/>
              <a:gd name="connsiteY1" fmla="*/ 1055317 h 1325645"/>
              <a:gd name="connsiteX2" fmla="*/ 807374 w 1539599"/>
              <a:gd name="connsiteY2" fmla="*/ 1067843 h 1325645"/>
              <a:gd name="connsiteX3" fmla="*/ 794848 w 1539599"/>
              <a:gd name="connsiteY3" fmla="*/ 573065 h 1325645"/>
              <a:gd name="connsiteX4" fmla="*/ 1195680 w 1539599"/>
              <a:gd name="connsiteY4" fmla="*/ 522961 h 1325645"/>
              <a:gd name="connsiteX5" fmla="*/ 1228742 w 1539599"/>
              <a:gd name="connsiteY5" fmla="*/ 175775 h 1325645"/>
              <a:gd name="connsiteX6" fmla="*/ 1427031 w 1539599"/>
              <a:gd name="connsiteY6" fmla="*/ 121590 h 1325645"/>
              <a:gd name="connsiteX7" fmla="*/ 1539599 w 1539599"/>
              <a:gd name="connsiteY7" fmla="*/ 0 h 1325645"/>
              <a:gd name="connsiteX0" fmla="*/ 0 w 1536844"/>
              <a:gd name="connsiteY0" fmla="*/ 1325645 h 1325645"/>
              <a:gd name="connsiteX1" fmla="*/ 322367 w 1536844"/>
              <a:gd name="connsiteY1" fmla="*/ 1055317 h 1325645"/>
              <a:gd name="connsiteX2" fmla="*/ 804619 w 1536844"/>
              <a:gd name="connsiteY2" fmla="*/ 1067843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  <a:gd name="connsiteX0" fmla="*/ 0 w 1536844"/>
              <a:gd name="connsiteY0" fmla="*/ 1325645 h 1325645"/>
              <a:gd name="connsiteX1" fmla="*/ 303024 w 1536844"/>
              <a:gd name="connsiteY1" fmla="*/ 975092 h 1325645"/>
              <a:gd name="connsiteX2" fmla="*/ 804619 w 1536844"/>
              <a:gd name="connsiteY2" fmla="*/ 1067843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  <a:gd name="connsiteX0" fmla="*/ 0 w 1536844"/>
              <a:gd name="connsiteY0" fmla="*/ 1325645 h 1325645"/>
              <a:gd name="connsiteX1" fmla="*/ 303024 w 1536844"/>
              <a:gd name="connsiteY1" fmla="*/ 975092 h 1325645"/>
              <a:gd name="connsiteX2" fmla="*/ 744982 w 1536844"/>
              <a:gd name="connsiteY2" fmla="*/ 1033028 h 1325645"/>
              <a:gd name="connsiteX3" fmla="*/ 792093 w 1536844"/>
              <a:gd name="connsiteY3" fmla="*/ 573065 h 1325645"/>
              <a:gd name="connsiteX4" fmla="*/ 1192925 w 1536844"/>
              <a:gd name="connsiteY4" fmla="*/ 522961 h 1325645"/>
              <a:gd name="connsiteX5" fmla="*/ 1225987 w 1536844"/>
              <a:gd name="connsiteY5" fmla="*/ 175775 h 1325645"/>
              <a:gd name="connsiteX6" fmla="*/ 1424276 w 1536844"/>
              <a:gd name="connsiteY6" fmla="*/ 121590 h 1325645"/>
              <a:gd name="connsiteX7" fmla="*/ 1536844 w 1536844"/>
              <a:gd name="connsiteY7" fmla="*/ 0 h 132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36844" h="1325645">
                <a:moveTo>
                  <a:pt x="0" y="1325645"/>
                </a:moveTo>
                <a:cubicBezTo>
                  <a:pt x="208815" y="1219400"/>
                  <a:pt x="178860" y="1023861"/>
                  <a:pt x="303024" y="975092"/>
                </a:cubicBezTo>
                <a:cubicBezTo>
                  <a:pt x="427188" y="926323"/>
                  <a:pt x="663471" y="1100032"/>
                  <a:pt x="744982" y="1033028"/>
                </a:cubicBezTo>
                <a:cubicBezTo>
                  <a:pt x="826493" y="966024"/>
                  <a:pt x="717436" y="658076"/>
                  <a:pt x="792093" y="573065"/>
                </a:cubicBezTo>
                <a:cubicBezTo>
                  <a:pt x="866750" y="488054"/>
                  <a:pt x="1120609" y="589176"/>
                  <a:pt x="1192925" y="522961"/>
                </a:cubicBezTo>
                <a:cubicBezTo>
                  <a:pt x="1265241" y="456746"/>
                  <a:pt x="1187429" y="242670"/>
                  <a:pt x="1225987" y="175775"/>
                </a:cubicBezTo>
                <a:cubicBezTo>
                  <a:pt x="1264545" y="108880"/>
                  <a:pt x="1357471" y="143511"/>
                  <a:pt x="1424276" y="121590"/>
                </a:cubicBezTo>
                <a:cubicBezTo>
                  <a:pt x="1491082" y="99669"/>
                  <a:pt x="1465570" y="69281"/>
                  <a:pt x="1536844" y="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5CFC03-8D64-534A-6C1B-BB732E470D5E}"/>
              </a:ext>
            </a:extLst>
          </p:cNvPr>
          <p:cNvSpPr/>
          <p:nvPr/>
        </p:nvSpPr>
        <p:spPr>
          <a:xfrm>
            <a:off x="1219200" y="660400"/>
            <a:ext cx="1322035" cy="142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51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36</Words>
  <Application>Microsoft Office PowerPoint</Application>
  <PresentationFormat>Widescreen</PresentationFormat>
  <Paragraphs>22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Avenir Next LT Pro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Ahlers</dc:creator>
  <cp:lastModifiedBy>Ahlers, Jeff</cp:lastModifiedBy>
  <cp:revision>5</cp:revision>
  <dcterms:created xsi:type="dcterms:W3CDTF">2025-11-28T15:51:47Z</dcterms:created>
  <dcterms:modified xsi:type="dcterms:W3CDTF">2025-12-03T02:55:27Z</dcterms:modified>
</cp:coreProperties>
</file>